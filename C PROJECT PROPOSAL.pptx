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3"/>
  </p:notesMasterIdLst>
  <p:sldIdLst>
    <p:sldId id="256" r:id="rId2"/>
    <p:sldId id="258" r:id="rId3"/>
    <p:sldId id="279" r:id="rId4"/>
    <p:sldId id="261" r:id="rId5"/>
    <p:sldId id="257" r:id="rId6"/>
    <p:sldId id="265" r:id="rId7"/>
    <p:sldId id="281" r:id="rId8"/>
    <p:sldId id="285" r:id="rId9"/>
    <p:sldId id="283" r:id="rId10"/>
    <p:sldId id="286" r:id="rId11"/>
    <p:sldId id="284" r:id="rId12"/>
  </p:sldIdLst>
  <p:sldSz cx="9144000" cy="5143500" type="screen16x9"/>
  <p:notesSz cx="6858000" cy="9144000"/>
  <p:embeddedFontLst>
    <p:embeddedFont>
      <p:font typeface="Asap" panose="020B0604020202020204" charset="0"/>
      <p:regular r:id="rId14"/>
      <p:bold r:id="rId15"/>
      <p:italic r:id="rId16"/>
      <p:boldItalic r:id="rId17"/>
    </p:embeddedFont>
    <p:embeddedFont>
      <p:font typeface="Metrophobic" panose="020B0604020202020204" charset="0"/>
      <p:regular r:id="rId18"/>
    </p:embeddedFont>
    <p:embeddedFont>
      <p:font typeface="Roboto Condensed Light" panose="02000000000000000000" pitchFamily="2" charset="0"/>
      <p:regular r:id="rId19"/>
      <p:italic r:id="rId20"/>
    </p:embeddedFont>
    <p:embeddedFont>
      <p:font typeface="Tw Cen MT" panose="020B0602020104020603" pitchFamily="34"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6ED4FDA-0FA2-45BD-AEFE-306E04247B5C}">
  <a:tblStyle styleId="{86ED4FDA-0FA2-45BD-AEFE-306E04247B5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29" autoAdjust="0"/>
    <p:restoredTop sz="94660"/>
  </p:normalViewPr>
  <p:slideViewPr>
    <p:cSldViewPr snapToGrid="0">
      <p:cViewPr varScale="1">
        <p:scale>
          <a:sx n="83" d="100"/>
          <a:sy n="83" d="100"/>
        </p:scale>
        <p:origin x="836"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10d5aecf86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8" name="Google Shape;578;g10d5aecf86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g10d900cea6a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5" name="Google Shape;625;g10d900cea6a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6"/>
        <p:cNvGrpSpPr/>
        <p:nvPr/>
      </p:nvGrpSpPr>
      <p:grpSpPr>
        <a:xfrm>
          <a:off x="0" y="0"/>
          <a:ext cx="0" cy="0"/>
          <a:chOff x="0" y="0"/>
          <a:chExt cx="0" cy="0"/>
        </a:xfrm>
      </p:grpSpPr>
      <p:sp>
        <p:nvSpPr>
          <p:cNvPr id="1297" name="Google Shape;1297;g99f2f57a71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8" name="Google Shape;1298;g99f2f57a71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g10b69deb90b_0_5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10b69deb90b_0_5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0"/>
        <p:cNvGrpSpPr/>
        <p:nvPr/>
      </p:nvGrpSpPr>
      <p:grpSpPr>
        <a:xfrm>
          <a:off x="0" y="0"/>
          <a:ext cx="0" cy="0"/>
          <a:chOff x="0" y="0"/>
          <a:chExt cx="0" cy="0"/>
        </a:xfrm>
      </p:grpSpPr>
      <p:sp>
        <p:nvSpPr>
          <p:cNvPr id="1331" name="Google Shape;1331;g99f2f57a71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2" name="Google Shape;1332;g99f2f57a71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5"/>
        <p:cNvGrpSpPr/>
        <p:nvPr/>
      </p:nvGrpSpPr>
      <p:grpSpPr>
        <a:xfrm>
          <a:off x="0" y="0"/>
          <a:ext cx="0" cy="0"/>
          <a:chOff x="0" y="0"/>
          <a:chExt cx="0" cy="0"/>
        </a:xfrm>
      </p:grpSpPr>
      <p:sp>
        <p:nvSpPr>
          <p:cNvPr id="1396" name="Google Shape;1396;gbd6c00e730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7" name="Google Shape;1397;gbd6c00e730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0"/>
        <p:cNvGrpSpPr/>
        <p:nvPr/>
      </p:nvGrpSpPr>
      <p:grpSpPr>
        <a:xfrm>
          <a:off x="0" y="0"/>
          <a:ext cx="0" cy="0"/>
          <a:chOff x="0" y="0"/>
          <a:chExt cx="0" cy="0"/>
        </a:xfrm>
      </p:grpSpPr>
      <p:sp>
        <p:nvSpPr>
          <p:cNvPr id="1351" name="Google Shape;1351;gbd6c00e730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2" name="Google Shape;1352;gbd6c00e730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8"/>
        <p:cNvGrpSpPr/>
        <p:nvPr/>
      </p:nvGrpSpPr>
      <p:grpSpPr>
        <a:xfrm>
          <a:off x="0" y="0"/>
          <a:ext cx="0" cy="0"/>
          <a:chOff x="0" y="0"/>
          <a:chExt cx="0" cy="0"/>
        </a:xfrm>
      </p:grpSpPr>
      <p:sp>
        <p:nvSpPr>
          <p:cNvPr id="1369" name="Google Shape;1369;g99f2f57a71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0" name="Google Shape;1370;g99f2f57a71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504950" y="1185771"/>
            <a:ext cx="6134100" cy="1656600"/>
          </a:xfrm>
          <a:prstGeom prst="rect">
            <a:avLst/>
          </a:prstGeom>
          <a:effectLst>
            <a:outerShdw dist="47625" dir="2820000" algn="bl" rotWithShape="0">
              <a:schemeClr val="accent2"/>
            </a:outerShdw>
          </a:effectLst>
        </p:spPr>
        <p:txBody>
          <a:bodyPr spcFirstLastPara="1" wrap="square" lIns="91425" tIns="91425" rIns="91425" bIns="91425" anchor="t" anchorCtr="0">
            <a:noAutofit/>
          </a:bodyPr>
          <a:lstStyle>
            <a:lvl1pPr lvl="0" algn="ctr">
              <a:lnSpc>
                <a:spcPct val="80000"/>
              </a:lnSpc>
              <a:spcBef>
                <a:spcPts val="0"/>
              </a:spcBef>
              <a:spcAft>
                <a:spcPts val="0"/>
              </a:spcAft>
              <a:buClr>
                <a:srgbClr val="191919"/>
              </a:buClr>
              <a:buSzPts val="5200"/>
              <a:buNone/>
              <a:defRPr sz="6000">
                <a:solidFill>
                  <a:schemeClr val="dk2"/>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387000" y="2822433"/>
            <a:ext cx="4370100" cy="701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3300" b="1">
                <a:solidFill>
                  <a:schemeClr val="dk1"/>
                </a:solidFill>
                <a:latin typeface="Asap"/>
                <a:ea typeface="Asap"/>
                <a:cs typeface="Asap"/>
                <a:sym typeface="Asap"/>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p:nvPr/>
        </p:nvSpPr>
        <p:spPr>
          <a:xfrm>
            <a:off x="1195725" y="234600"/>
            <a:ext cx="4944600" cy="139200"/>
          </a:xfrm>
          <a:prstGeom prst="roundRect">
            <a:avLst>
              <a:gd name="adj" fmla="val 50000"/>
            </a:avLst>
          </a:prstGeom>
          <a:gradFill>
            <a:gsLst>
              <a:gs pos="0">
                <a:schemeClr val="lt1"/>
              </a:gs>
              <a:gs pos="60000">
                <a:schemeClr val="accent1"/>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158175" y="2502150"/>
            <a:ext cx="1638600" cy="139200"/>
          </a:xfrm>
          <a:prstGeom prst="roundRect">
            <a:avLst>
              <a:gd name="adj" fmla="val 50000"/>
            </a:avLst>
          </a:prstGeom>
          <a:gradFill>
            <a:gsLst>
              <a:gs pos="0">
                <a:schemeClr val="lt1"/>
              </a:gs>
              <a:gs pos="60000">
                <a:schemeClr val="accent3"/>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496950" y="2321850"/>
            <a:ext cx="1194000" cy="139200"/>
          </a:xfrm>
          <a:prstGeom prst="roundRect">
            <a:avLst>
              <a:gd name="adj" fmla="val 50000"/>
            </a:avLst>
          </a:prstGeom>
          <a:gradFill>
            <a:gsLst>
              <a:gs pos="0">
                <a:schemeClr val="lt1"/>
              </a:gs>
              <a:gs pos="60000">
                <a:schemeClr val="accent1"/>
              </a:gs>
              <a:gs pos="100000">
                <a:schemeClr val="accen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txBox="1">
            <a:spLocks noGrp="1"/>
          </p:cNvSpPr>
          <p:nvPr>
            <p:ph type="subTitle" idx="2"/>
          </p:nvPr>
        </p:nvSpPr>
        <p:spPr>
          <a:xfrm>
            <a:off x="2387000" y="3475929"/>
            <a:ext cx="4370100" cy="48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5" name="Google Shape;15;p2"/>
          <p:cNvSpPr txBox="1">
            <a:spLocks noGrp="1"/>
          </p:cNvSpPr>
          <p:nvPr>
            <p:ph type="ctrTitle" idx="3"/>
          </p:nvPr>
        </p:nvSpPr>
        <p:spPr>
          <a:xfrm>
            <a:off x="1504950" y="1185771"/>
            <a:ext cx="6134100" cy="1656600"/>
          </a:xfrm>
          <a:prstGeom prst="rect">
            <a:avLst/>
          </a:prstGeom>
          <a:effectLst>
            <a:outerShdw dist="47625" dir="11580000" algn="bl" rotWithShape="0">
              <a:schemeClr val="accent1"/>
            </a:outerShdw>
          </a:effectLst>
        </p:spPr>
        <p:txBody>
          <a:bodyPr spcFirstLastPara="1" wrap="square" lIns="91425" tIns="91425" rIns="91425" bIns="91425" anchor="t" anchorCtr="0">
            <a:noAutofit/>
          </a:bodyPr>
          <a:lstStyle>
            <a:lvl1pPr lvl="0" algn="ctr" rtl="0">
              <a:lnSpc>
                <a:spcPct val="80000"/>
              </a:lnSpc>
              <a:spcBef>
                <a:spcPts val="0"/>
              </a:spcBef>
              <a:spcAft>
                <a:spcPts val="0"/>
              </a:spcAft>
              <a:buClr>
                <a:srgbClr val="191919"/>
              </a:buClr>
              <a:buSzPts val="5200"/>
              <a:buNone/>
              <a:defRPr sz="6000">
                <a:solidFill>
                  <a:schemeClr val="dk2"/>
                </a:solidFill>
              </a:defRPr>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4571400" y="2209513"/>
            <a:ext cx="3558000" cy="8418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8" name="Google Shape;18;p3"/>
          <p:cNvSpPr txBox="1">
            <a:spLocks noGrp="1"/>
          </p:cNvSpPr>
          <p:nvPr>
            <p:ph type="title" idx="2" hasCustomPrompt="1"/>
          </p:nvPr>
        </p:nvSpPr>
        <p:spPr>
          <a:xfrm>
            <a:off x="4571400" y="1244100"/>
            <a:ext cx="973800" cy="8418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5000">
                <a:solidFill>
                  <a:schemeClr val="accent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9" name="Google Shape;19;p3"/>
          <p:cNvSpPr txBox="1">
            <a:spLocks noGrp="1"/>
          </p:cNvSpPr>
          <p:nvPr>
            <p:ph type="subTitle" idx="1"/>
          </p:nvPr>
        </p:nvSpPr>
        <p:spPr>
          <a:xfrm>
            <a:off x="4571400" y="3051313"/>
            <a:ext cx="3558000" cy="695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20" name="Google Shape;20;p3"/>
          <p:cNvGrpSpPr/>
          <p:nvPr/>
        </p:nvGrpSpPr>
        <p:grpSpPr>
          <a:xfrm rot="-3978579">
            <a:off x="-241785" y="417780"/>
            <a:ext cx="984478" cy="907108"/>
            <a:chOff x="7487975" y="3200500"/>
            <a:chExt cx="1244672" cy="1146854"/>
          </a:xfrm>
        </p:grpSpPr>
        <p:sp>
          <p:nvSpPr>
            <p:cNvPr id="21" name="Google Shape;21;p3"/>
            <p:cNvSpPr/>
            <p:nvPr/>
          </p:nvSpPr>
          <p:spPr>
            <a:xfrm>
              <a:off x="7487975" y="3200500"/>
              <a:ext cx="1244672" cy="1146854"/>
            </a:xfrm>
            <a:custGeom>
              <a:avLst/>
              <a:gdLst/>
              <a:ahLst/>
              <a:cxnLst/>
              <a:rect l="l" t="t" r="r" b="b"/>
              <a:pathLst>
                <a:path w="60568" h="55808" extrusionOk="0">
                  <a:moveTo>
                    <a:pt x="19507" y="0"/>
                  </a:moveTo>
                  <a:cubicBezTo>
                    <a:pt x="18522" y="0"/>
                    <a:pt x="17011" y="589"/>
                    <a:pt x="14723" y="2027"/>
                  </a:cubicBezTo>
                  <a:lnTo>
                    <a:pt x="14856" y="1952"/>
                  </a:lnTo>
                  <a:lnTo>
                    <a:pt x="14856" y="1952"/>
                  </a:lnTo>
                  <a:cubicBezTo>
                    <a:pt x="5961" y="7269"/>
                    <a:pt x="0" y="16991"/>
                    <a:pt x="0" y="28108"/>
                  </a:cubicBezTo>
                  <a:cubicBezTo>
                    <a:pt x="0" y="44932"/>
                    <a:pt x="13638" y="55807"/>
                    <a:pt x="30461" y="55807"/>
                  </a:cubicBezTo>
                  <a:cubicBezTo>
                    <a:pt x="43425" y="55807"/>
                    <a:pt x="54497" y="49451"/>
                    <a:pt x="58894" y="38754"/>
                  </a:cubicBezTo>
                  <a:cubicBezTo>
                    <a:pt x="59386" y="37556"/>
                    <a:pt x="59750" y="36306"/>
                    <a:pt x="60018" y="35040"/>
                  </a:cubicBezTo>
                  <a:cubicBezTo>
                    <a:pt x="60475" y="32880"/>
                    <a:pt x="60568" y="31598"/>
                    <a:pt x="59892" y="30967"/>
                  </a:cubicBezTo>
                  <a:lnTo>
                    <a:pt x="59810" y="30900"/>
                  </a:lnTo>
                  <a:lnTo>
                    <a:pt x="20543" y="337"/>
                  </a:lnTo>
                  <a:lnTo>
                    <a:pt x="20544" y="335"/>
                  </a:lnTo>
                  <a:cubicBezTo>
                    <a:pt x="20290" y="120"/>
                    <a:pt x="19952" y="0"/>
                    <a:pt x="19507" y="0"/>
                  </a:cubicBez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a:off x="7525458" y="3223845"/>
              <a:ext cx="1167528" cy="1086026"/>
            </a:xfrm>
            <a:custGeom>
              <a:avLst/>
              <a:gdLst/>
              <a:ahLst/>
              <a:cxnLst/>
              <a:rect l="l" t="t" r="r" b="b"/>
              <a:pathLst>
                <a:path w="56814" h="52848" extrusionOk="0">
                  <a:moveTo>
                    <a:pt x="19219" y="0"/>
                  </a:moveTo>
                  <a:cubicBezTo>
                    <a:pt x="18944" y="8"/>
                    <a:pt x="16401" y="855"/>
                    <a:pt x="13965" y="2375"/>
                  </a:cubicBezTo>
                  <a:lnTo>
                    <a:pt x="13968" y="2381"/>
                  </a:lnTo>
                  <a:cubicBezTo>
                    <a:pt x="5353" y="7531"/>
                    <a:pt x="0" y="16953"/>
                    <a:pt x="0" y="26972"/>
                  </a:cubicBezTo>
                  <a:cubicBezTo>
                    <a:pt x="0" y="34512"/>
                    <a:pt x="2870" y="41009"/>
                    <a:pt x="8299" y="45758"/>
                  </a:cubicBezTo>
                  <a:cubicBezTo>
                    <a:pt x="13525" y="50331"/>
                    <a:pt x="20749" y="52848"/>
                    <a:pt x="28637" y="52848"/>
                  </a:cubicBezTo>
                  <a:cubicBezTo>
                    <a:pt x="41098" y="52848"/>
                    <a:pt x="51346" y="46747"/>
                    <a:pt x="55384" y="36925"/>
                  </a:cubicBezTo>
                  <a:cubicBezTo>
                    <a:pt x="55804" y="35902"/>
                    <a:pt x="56149" y="34759"/>
                    <a:pt x="56410" y="33526"/>
                  </a:cubicBezTo>
                  <a:cubicBezTo>
                    <a:pt x="56739" y="31972"/>
                    <a:pt x="56814" y="29076"/>
                    <a:pt x="56777" y="28823"/>
                  </a:cubicBezTo>
                  <a:lnTo>
                    <a:pt x="1921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a:off x="7596210" y="3493542"/>
              <a:ext cx="895014" cy="750753"/>
            </a:xfrm>
            <a:custGeom>
              <a:avLst/>
              <a:gdLst/>
              <a:ahLst/>
              <a:cxnLst/>
              <a:rect l="l" t="t" r="r" b="b"/>
              <a:pathLst>
                <a:path w="43553" h="36533" extrusionOk="0">
                  <a:moveTo>
                    <a:pt x="4134" y="1"/>
                  </a:moveTo>
                  <a:cubicBezTo>
                    <a:pt x="3396" y="1126"/>
                    <a:pt x="2338" y="2964"/>
                    <a:pt x="1489" y="5320"/>
                  </a:cubicBezTo>
                  <a:cubicBezTo>
                    <a:pt x="501" y="8060"/>
                    <a:pt x="1" y="10906"/>
                    <a:pt x="1" y="13778"/>
                  </a:cubicBezTo>
                  <a:cubicBezTo>
                    <a:pt x="1" y="20410"/>
                    <a:pt x="2525" y="26124"/>
                    <a:pt x="7302" y="30302"/>
                  </a:cubicBezTo>
                  <a:cubicBezTo>
                    <a:pt x="8902" y="31702"/>
                    <a:pt x="10723" y="32891"/>
                    <a:pt x="12714" y="33837"/>
                  </a:cubicBezTo>
                  <a:cubicBezTo>
                    <a:pt x="14363" y="34619"/>
                    <a:pt x="16148" y="35243"/>
                    <a:pt x="18017" y="35693"/>
                  </a:cubicBezTo>
                  <a:cubicBezTo>
                    <a:pt x="20335" y="36249"/>
                    <a:pt x="22736" y="36533"/>
                    <a:pt x="25154" y="36533"/>
                  </a:cubicBezTo>
                  <a:lnTo>
                    <a:pt x="25162" y="36533"/>
                  </a:lnTo>
                  <a:cubicBezTo>
                    <a:pt x="26403" y="36532"/>
                    <a:pt x="29307" y="36531"/>
                    <a:pt x="32720" y="35700"/>
                  </a:cubicBezTo>
                  <a:cubicBezTo>
                    <a:pt x="36969" y="34665"/>
                    <a:pt x="40613" y="32707"/>
                    <a:pt x="43553" y="29878"/>
                  </a:cubicBezTo>
                  <a:lnTo>
                    <a:pt x="43295" y="29610"/>
                  </a:lnTo>
                  <a:cubicBezTo>
                    <a:pt x="38780" y="33954"/>
                    <a:pt x="32679" y="36158"/>
                    <a:pt x="25162" y="36160"/>
                  </a:cubicBezTo>
                  <a:lnTo>
                    <a:pt x="25154" y="36160"/>
                  </a:lnTo>
                  <a:cubicBezTo>
                    <a:pt x="21194" y="36160"/>
                    <a:pt x="13650" y="35360"/>
                    <a:pt x="7547" y="30022"/>
                  </a:cubicBezTo>
                  <a:cubicBezTo>
                    <a:pt x="2854" y="25917"/>
                    <a:pt x="373" y="20299"/>
                    <a:pt x="373" y="13778"/>
                  </a:cubicBezTo>
                  <a:cubicBezTo>
                    <a:pt x="373" y="7374"/>
                    <a:pt x="2924" y="2525"/>
                    <a:pt x="4446" y="204"/>
                  </a:cubicBezTo>
                  <a:lnTo>
                    <a:pt x="41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8504483" y="4046047"/>
              <a:ext cx="47532" cy="47512"/>
            </a:xfrm>
            <a:custGeom>
              <a:avLst/>
              <a:gdLst/>
              <a:ahLst/>
              <a:cxnLst/>
              <a:rect l="l" t="t" r="r" b="b"/>
              <a:pathLst>
                <a:path w="2313" h="2312" extrusionOk="0">
                  <a:moveTo>
                    <a:pt x="1157" y="1"/>
                  </a:moveTo>
                  <a:cubicBezTo>
                    <a:pt x="519" y="1"/>
                    <a:pt x="0" y="518"/>
                    <a:pt x="0" y="1157"/>
                  </a:cubicBezTo>
                  <a:cubicBezTo>
                    <a:pt x="0" y="1795"/>
                    <a:pt x="519" y="2312"/>
                    <a:pt x="1157" y="2312"/>
                  </a:cubicBezTo>
                  <a:cubicBezTo>
                    <a:pt x="1795" y="2312"/>
                    <a:pt x="2313" y="1795"/>
                    <a:pt x="2313" y="1157"/>
                  </a:cubicBezTo>
                  <a:cubicBezTo>
                    <a:pt x="2313" y="518"/>
                    <a:pt x="1795" y="1"/>
                    <a:pt x="11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a:off x="7694807" y="3427042"/>
              <a:ext cx="47532" cy="47532"/>
            </a:xfrm>
            <a:custGeom>
              <a:avLst/>
              <a:gdLst/>
              <a:ahLst/>
              <a:cxnLst/>
              <a:rect l="l" t="t" r="r" b="b"/>
              <a:pathLst>
                <a:path w="2313" h="2313" extrusionOk="0">
                  <a:moveTo>
                    <a:pt x="1156" y="0"/>
                  </a:moveTo>
                  <a:cubicBezTo>
                    <a:pt x="517" y="0"/>
                    <a:pt x="0" y="519"/>
                    <a:pt x="0" y="1156"/>
                  </a:cubicBezTo>
                  <a:cubicBezTo>
                    <a:pt x="0" y="1795"/>
                    <a:pt x="517" y="2313"/>
                    <a:pt x="1156" y="2313"/>
                  </a:cubicBezTo>
                  <a:cubicBezTo>
                    <a:pt x="1794" y="2313"/>
                    <a:pt x="2313" y="1795"/>
                    <a:pt x="2313" y="1156"/>
                  </a:cubicBezTo>
                  <a:cubicBezTo>
                    <a:pt x="2313" y="519"/>
                    <a:pt x="1794" y="0"/>
                    <a:pt x="11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a:off x="8590976" y="3796571"/>
              <a:ext cx="48354" cy="183265"/>
            </a:xfrm>
            <a:custGeom>
              <a:avLst/>
              <a:gdLst/>
              <a:ahLst/>
              <a:cxnLst/>
              <a:rect l="l" t="t" r="r" b="b"/>
              <a:pathLst>
                <a:path w="2353" h="8918" extrusionOk="0">
                  <a:moveTo>
                    <a:pt x="1980" y="1"/>
                  </a:moveTo>
                  <a:cubicBezTo>
                    <a:pt x="1855" y="3012"/>
                    <a:pt x="1189" y="5963"/>
                    <a:pt x="0" y="8772"/>
                  </a:cubicBezTo>
                  <a:lnTo>
                    <a:pt x="344" y="8918"/>
                  </a:lnTo>
                  <a:cubicBezTo>
                    <a:pt x="1549" y="6067"/>
                    <a:pt x="2225" y="3072"/>
                    <a:pt x="2353" y="16"/>
                  </a:cubicBezTo>
                  <a:lnTo>
                    <a:pt x="198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a:off x="7777252" y="3266712"/>
              <a:ext cx="175415" cy="110600"/>
            </a:xfrm>
            <a:custGeom>
              <a:avLst/>
              <a:gdLst/>
              <a:ahLst/>
              <a:cxnLst/>
              <a:rect l="l" t="t" r="r" b="b"/>
              <a:pathLst>
                <a:path w="8536" h="5382" extrusionOk="0">
                  <a:moveTo>
                    <a:pt x="8408" y="1"/>
                  </a:moveTo>
                  <a:cubicBezTo>
                    <a:pt x="6623" y="657"/>
                    <a:pt x="4905" y="1518"/>
                    <a:pt x="3303" y="2559"/>
                  </a:cubicBezTo>
                  <a:cubicBezTo>
                    <a:pt x="2140" y="3314"/>
                    <a:pt x="1029" y="4171"/>
                    <a:pt x="1" y="5105"/>
                  </a:cubicBezTo>
                  <a:lnTo>
                    <a:pt x="251" y="5382"/>
                  </a:lnTo>
                  <a:cubicBezTo>
                    <a:pt x="2687" y="3168"/>
                    <a:pt x="5474" y="1477"/>
                    <a:pt x="8535" y="351"/>
                  </a:cubicBezTo>
                  <a:lnTo>
                    <a:pt x="84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7910106" y="3207384"/>
              <a:ext cx="808663" cy="631132"/>
            </a:xfrm>
            <a:custGeom>
              <a:avLst/>
              <a:gdLst/>
              <a:ahLst/>
              <a:cxnLst/>
              <a:rect l="l" t="t" r="r" b="b"/>
              <a:pathLst>
                <a:path w="39351" h="30712" extrusionOk="0">
                  <a:moveTo>
                    <a:pt x="2" y="0"/>
                  </a:moveTo>
                  <a:lnTo>
                    <a:pt x="1" y="2"/>
                  </a:lnTo>
                  <a:lnTo>
                    <a:pt x="23" y="19"/>
                  </a:lnTo>
                  <a:lnTo>
                    <a:pt x="23" y="19"/>
                  </a:lnTo>
                  <a:cubicBezTo>
                    <a:pt x="16" y="13"/>
                    <a:pt x="9" y="7"/>
                    <a:pt x="2" y="0"/>
                  </a:cubicBezTo>
                  <a:close/>
                  <a:moveTo>
                    <a:pt x="39183" y="30499"/>
                  </a:moveTo>
                  <a:lnTo>
                    <a:pt x="39268" y="30565"/>
                  </a:lnTo>
                  <a:lnTo>
                    <a:pt x="39351" y="30632"/>
                  </a:lnTo>
                  <a:cubicBezTo>
                    <a:pt x="39299" y="30584"/>
                    <a:pt x="39243" y="30539"/>
                    <a:pt x="39183" y="30499"/>
                  </a:cubicBezTo>
                  <a:close/>
                  <a:moveTo>
                    <a:pt x="23" y="19"/>
                  </a:moveTo>
                  <a:cubicBezTo>
                    <a:pt x="509" y="450"/>
                    <a:pt x="678" y="1242"/>
                    <a:pt x="702" y="2218"/>
                  </a:cubicBezTo>
                  <a:cubicBezTo>
                    <a:pt x="1716" y="18125"/>
                    <a:pt x="14938" y="30712"/>
                    <a:pt x="31101" y="30712"/>
                  </a:cubicBezTo>
                  <a:cubicBezTo>
                    <a:pt x="32952" y="30712"/>
                    <a:pt x="34764" y="30545"/>
                    <a:pt x="36525" y="30227"/>
                  </a:cubicBezTo>
                  <a:cubicBezTo>
                    <a:pt x="36943" y="30179"/>
                    <a:pt x="37315" y="30154"/>
                    <a:pt x="37645" y="30154"/>
                  </a:cubicBezTo>
                  <a:cubicBezTo>
                    <a:pt x="38329" y="30154"/>
                    <a:pt x="38831" y="30262"/>
                    <a:pt x="39183" y="30499"/>
                  </a:cubicBezTo>
                  <a:lnTo>
                    <a:pt x="39183" y="30499"/>
                  </a:lnTo>
                  <a:lnTo>
                    <a:pt x="23" y="19"/>
                  </a:ln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29;p3"/>
          <p:cNvGrpSpPr/>
          <p:nvPr/>
        </p:nvGrpSpPr>
        <p:grpSpPr>
          <a:xfrm rot="6164562">
            <a:off x="4690924" y="4432451"/>
            <a:ext cx="1119419" cy="1067776"/>
            <a:chOff x="388966" y="999821"/>
            <a:chExt cx="1499173" cy="1430011"/>
          </a:xfrm>
        </p:grpSpPr>
        <p:sp>
          <p:nvSpPr>
            <p:cNvPr id="30" name="Google Shape;30;p3"/>
            <p:cNvSpPr/>
            <p:nvPr/>
          </p:nvSpPr>
          <p:spPr>
            <a:xfrm rot="-900195">
              <a:off x="516200" y="1141384"/>
              <a:ext cx="1244705" cy="1146885"/>
            </a:xfrm>
            <a:custGeom>
              <a:avLst/>
              <a:gdLst/>
              <a:ahLst/>
              <a:cxnLst/>
              <a:rect l="l" t="t" r="r" b="b"/>
              <a:pathLst>
                <a:path w="60568" h="55808" extrusionOk="0">
                  <a:moveTo>
                    <a:pt x="19507" y="0"/>
                  </a:moveTo>
                  <a:cubicBezTo>
                    <a:pt x="18522" y="0"/>
                    <a:pt x="17011" y="589"/>
                    <a:pt x="14723" y="2027"/>
                  </a:cubicBezTo>
                  <a:lnTo>
                    <a:pt x="14856" y="1952"/>
                  </a:lnTo>
                  <a:lnTo>
                    <a:pt x="14856" y="1952"/>
                  </a:lnTo>
                  <a:cubicBezTo>
                    <a:pt x="5961" y="7269"/>
                    <a:pt x="0" y="16991"/>
                    <a:pt x="0" y="28108"/>
                  </a:cubicBezTo>
                  <a:cubicBezTo>
                    <a:pt x="0" y="44932"/>
                    <a:pt x="13638" y="55807"/>
                    <a:pt x="30461" y="55807"/>
                  </a:cubicBezTo>
                  <a:cubicBezTo>
                    <a:pt x="43425" y="55807"/>
                    <a:pt x="54497" y="49451"/>
                    <a:pt x="58894" y="38754"/>
                  </a:cubicBezTo>
                  <a:cubicBezTo>
                    <a:pt x="59386" y="37556"/>
                    <a:pt x="59750" y="36306"/>
                    <a:pt x="60018" y="35040"/>
                  </a:cubicBezTo>
                  <a:cubicBezTo>
                    <a:pt x="60475" y="32880"/>
                    <a:pt x="60568" y="31598"/>
                    <a:pt x="59892" y="30967"/>
                  </a:cubicBezTo>
                  <a:lnTo>
                    <a:pt x="59810" y="30900"/>
                  </a:lnTo>
                  <a:lnTo>
                    <a:pt x="20543" y="337"/>
                  </a:lnTo>
                  <a:lnTo>
                    <a:pt x="20544" y="335"/>
                  </a:lnTo>
                  <a:cubicBezTo>
                    <a:pt x="20290" y="120"/>
                    <a:pt x="19952" y="0"/>
                    <a:pt x="19507" y="0"/>
                  </a:cubicBez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rot="-900195">
              <a:off x="551888" y="1165254"/>
              <a:ext cx="1167559" cy="1086055"/>
            </a:xfrm>
            <a:custGeom>
              <a:avLst/>
              <a:gdLst/>
              <a:ahLst/>
              <a:cxnLst/>
              <a:rect l="l" t="t" r="r" b="b"/>
              <a:pathLst>
                <a:path w="56814" h="52848" extrusionOk="0">
                  <a:moveTo>
                    <a:pt x="19219" y="0"/>
                  </a:moveTo>
                  <a:cubicBezTo>
                    <a:pt x="18944" y="8"/>
                    <a:pt x="16401" y="855"/>
                    <a:pt x="13965" y="2375"/>
                  </a:cubicBezTo>
                  <a:lnTo>
                    <a:pt x="13968" y="2381"/>
                  </a:lnTo>
                  <a:cubicBezTo>
                    <a:pt x="5353" y="7531"/>
                    <a:pt x="0" y="16953"/>
                    <a:pt x="0" y="26972"/>
                  </a:cubicBezTo>
                  <a:cubicBezTo>
                    <a:pt x="0" y="34512"/>
                    <a:pt x="2870" y="41009"/>
                    <a:pt x="8299" y="45758"/>
                  </a:cubicBezTo>
                  <a:cubicBezTo>
                    <a:pt x="13525" y="50331"/>
                    <a:pt x="20749" y="52848"/>
                    <a:pt x="28637" y="52848"/>
                  </a:cubicBezTo>
                  <a:cubicBezTo>
                    <a:pt x="41098" y="52848"/>
                    <a:pt x="51346" y="46747"/>
                    <a:pt x="55384" y="36925"/>
                  </a:cubicBezTo>
                  <a:cubicBezTo>
                    <a:pt x="55804" y="35902"/>
                    <a:pt x="56149" y="34759"/>
                    <a:pt x="56410" y="33526"/>
                  </a:cubicBezTo>
                  <a:cubicBezTo>
                    <a:pt x="56739" y="31972"/>
                    <a:pt x="56814" y="29076"/>
                    <a:pt x="56777" y="28823"/>
                  </a:cubicBezTo>
                  <a:lnTo>
                    <a:pt x="192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900195">
              <a:off x="651280" y="1448439"/>
              <a:ext cx="895038" cy="750773"/>
            </a:xfrm>
            <a:custGeom>
              <a:avLst/>
              <a:gdLst/>
              <a:ahLst/>
              <a:cxnLst/>
              <a:rect l="l" t="t" r="r" b="b"/>
              <a:pathLst>
                <a:path w="43553" h="36533" extrusionOk="0">
                  <a:moveTo>
                    <a:pt x="4134" y="1"/>
                  </a:moveTo>
                  <a:cubicBezTo>
                    <a:pt x="3396" y="1126"/>
                    <a:pt x="2338" y="2964"/>
                    <a:pt x="1489" y="5320"/>
                  </a:cubicBezTo>
                  <a:cubicBezTo>
                    <a:pt x="501" y="8060"/>
                    <a:pt x="1" y="10906"/>
                    <a:pt x="1" y="13778"/>
                  </a:cubicBezTo>
                  <a:cubicBezTo>
                    <a:pt x="1" y="20410"/>
                    <a:pt x="2525" y="26124"/>
                    <a:pt x="7302" y="30302"/>
                  </a:cubicBezTo>
                  <a:cubicBezTo>
                    <a:pt x="8902" y="31702"/>
                    <a:pt x="10723" y="32891"/>
                    <a:pt x="12714" y="33837"/>
                  </a:cubicBezTo>
                  <a:cubicBezTo>
                    <a:pt x="14363" y="34619"/>
                    <a:pt x="16148" y="35243"/>
                    <a:pt x="18017" y="35693"/>
                  </a:cubicBezTo>
                  <a:cubicBezTo>
                    <a:pt x="20335" y="36249"/>
                    <a:pt x="22736" y="36533"/>
                    <a:pt x="25154" y="36533"/>
                  </a:cubicBezTo>
                  <a:lnTo>
                    <a:pt x="25162" y="36533"/>
                  </a:lnTo>
                  <a:cubicBezTo>
                    <a:pt x="26403" y="36532"/>
                    <a:pt x="29307" y="36531"/>
                    <a:pt x="32720" y="35700"/>
                  </a:cubicBezTo>
                  <a:cubicBezTo>
                    <a:pt x="36969" y="34665"/>
                    <a:pt x="40613" y="32707"/>
                    <a:pt x="43553" y="29878"/>
                  </a:cubicBezTo>
                  <a:lnTo>
                    <a:pt x="43295" y="29610"/>
                  </a:lnTo>
                  <a:cubicBezTo>
                    <a:pt x="38780" y="33954"/>
                    <a:pt x="32679" y="36158"/>
                    <a:pt x="25162" y="36160"/>
                  </a:cubicBezTo>
                  <a:lnTo>
                    <a:pt x="25154" y="36160"/>
                  </a:lnTo>
                  <a:cubicBezTo>
                    <a:pt x="21194" y="36160"/>
                    <a:pt x="13650" y="35360"/>
                    <a:pt x="7547" y="30022"/>
                  </a:cubicBezTo>
                  <a:cubicBezTo>
                    <a:pt x="2854" y="25917"/>
                    <a:pt x="373" y="20299"/>
                    <a:pt x="373" y="13778"/>
                  </a:cubicBezTo>
                  <a:cubicBezTo>
                    <a:pt x="373" y="7374"/>
                    <a:pt x="2924" y="2525"/>
                    <a:pt x="4446" y="204"/>
                  </a:cubicBezTo>
                  <a:lnTo>
                    <a:pt x="41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rot="-900195">
              <a:off x="1595020" y="1868725"/>
              <a:ext cx="47533" cy="47513"/>
            </a:xfrm>
            <a:custGeom>
              <a:avLst/>
              <a:gdLst/>
              <a:ahLst/>
              <a:cxnLst/>
              <a:rect l="l" t="t" r="r" b="b"/>
              <a:pathLst>
                <a:path w="2313" h="2312" extrusionOk="0">
                  <a:moveTo>
                    <a:pt x="1157" y="1"/>
                  </a:moveTo>
                  <a:cubicBezTo>
                    <a:pt x="519" y="1"/>
                    <a:pt x="0" y="518"/>
                    <a:pt x="0" y="1157"/>
                  </a:cubicBezTo>
                  <a:cubicBezTo>
                    <a:pt x="0" y="1795"/>
                    <a:pt x="519" y="2312"/>
                    <a:pt x="1157" y="2312"/>
                  </a:cubicBezTo>
                  <a:cubicBezTo>
                    <a:pt x="1795" y="2312"/>
                    <a:pt x="2313" y="1795"/>
                    <a:pt x="2313" y="1157"/>
                  </a:cubicBezTo>
                  <a:cubicBezTo>
                    <a:pt x="2313" y="518"/>
                    <a:pt x="1795" y="1"/>
                    <a:pt x="11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rot="-900195">
              <a:off x="652726" y="1480371"/>
              <a:ext cx="47533" cy="47533"/>
            </a:xfrm>
            <a:custGeom>
              <a:avLst/>
              <a:gdLst/>
              <a:ahLst/>
              <a:cxnLst/>
              <a:rect l="l" t="t" r="r" b="b"/>
              <a:pathLst>
                <a:path w="2313" h="2313" extrusionOk="0">
                  <a:moveTo>
                    <a:pt x="1156" y="0"/>
                  </a:moveTo>
                  <a:cubicBezTo>
                    <a:pt x="517" y="0"/>
                    <a:pt x="0" y="519"/>
                    <a:pt x="0" y="1156"/>
                  </a:cubicBezTo>
                  <a:cubicBezTo>
                    <a:pt x="0" y="1795"/>
                    <a:pt x="517" y="2313"/>
                    <a:pt x="1156" y="2313"/>
                  </a:cubicBezTo>
                  <a:cubicBezTo>
                    <a:pt x="1794" y="2313"/>
                    <a:pt x="2313" y="1795"/>
                    <a:pt x="2313" y="1156"/>
                  </a:cubicBezTo>
                  <a:cubicBezTo>
                    <a:pt x="2313" y="519"/>
                    <a:pt x="1794" y="0"/>
                    <a:pt x="11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rot="-900195">
              <a:off x="1631555" y="1602943"/>
              <a:ext cx="48355" cy="183270"/>
            </a:xfrm>
            <a:custGeom>
              <a:avLst/>
              <a:gdLst/>
              <a:ahLst/>
              <a:cxnLst/>
              <a:rect l="l" t="t" r="r" b="b"/>
              <a:pathLst>
                <a:path w="2353" h="8918" extrusionOk="0">
                  <a:moveTo>
                    <a:pt x="1980" y="1"/>
                  </a:moveTo>
                  <a:cubicBezTo>
                    <a:pt x="1855" y="3012"/>
                    <a:pt x="1189" y="5963"/>
                    <a:pt x="0" y="8772"/>
                  </a:cubicBezTo>
                  <a:lnTo>
                    <a:pt x="344" y="8918"/>
                  </a:lnTo>
                  <a:cubicBezTo>
                    <a:pt x="1549" y="6067"/>
                    <a:pt x="2225" y="3072"/>
                    <a:pt x="2353" y="16"/>
                  </a:cubicBezTo>
                  <a:lnTo>
                    <a:pt x="198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rot="-900195">
              <a:off x="696849" y="1286537"/>
              <a:ext cx="175419" cy="110603"/>
            </a:xfrm>
            <a:custGeom>
              <a:avLst/>
              <a:gdLst/>
              <a:ahLst/>
              <a:cxnLst/>
              <a:rect l="l" t="t" r="r" b="b"/>
              <a:pathLst>
                <a:path w="8536" h="5382" extrusionOk="0">
                  <a:moveTo>
                    <a:pt x="8408" y="1"/>
                  </a:moveTo>
                  <a:cubicBezTo>
                    <a:pt x="6623" y="657"/>
                    <a:pt x="4905" y="1518"/>
                    <a:pt x="3303" y="2559"/>
                  </a:cubicBezTo>
                  <a:cubicBezTo>
                    <a:pt x="2140" y="3314"/>
                    <a:pt x="1029" y="4171"/>
                    <a:pt x="1" y="5105"/>
                  </a:cubicBezTo>
                  <a:lnTo>
                    <a:pt x="251" y="5382"/>
                  </a:lnTo>
                  <a:cubicBezTo>
                    <a:pt x="2687" y="3168"/>
                    <a:pt x="5474" y="1477"/>
                    <a:pt x="8535" y="351"/>
                  </a:cubicBezTo>
                  <a:lnTo>
                    <a:pt x="84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rot="-900195">
              <a:off x="866404" y="1104006"/>
              <a:ext cx="808684" cy="631148"/>
            </a:xfrm>
            <a:custGeom>
              <a:avLst/>
              <a:gdLst/>
              <a:ahLst/>
              <a:cxnLst/>
              <a:rect l="l" t="t" r="r" b="b"/>
              <a:pathLst>
                <a:path w="39351" h="30712" extrusionOk="0">
                  <a:moveTo>
                    <a:pt x="2" y="0"/>
                  </a:moveTo>
                  <a:lnTo>
                    <a:pt x="1" y="2"/>
                  </a:lnTo>
                  <a:lnTo>
                    <a:pt x="23" y="19"/>
                  </a:lnTo>
                  <a:lnTo>
                    <a:pt x="23" y="19"/>
                  </a:lnTo>
                  <a:cubicBezTo>
                    <a:pt x="16" y="13"/>
                    <a:pt x="9" y="7"/>
                    <a:pt x="2" y="0"/>
                  </a:cubicBezTo>
                  <a:close/>
                  <a:moveTo>
                    <a:pt x="39183" y="30499"/>
                  </a:moveTo>
                  <a:lnTo>
                    <a:pt x="39268" y="30565"/>
                  </a:lnTo>
                  <a:lnTo>
                    <a:pt x="39351" y="30632"/>
                  </a:lnTo>
                  <a:cubicBezTo>
                    <a:pt x="39299" y="30584"/>
                    <a:pt x="39243" y="30539"/>
                    <a:pt x="39183" y="30499"/>
                  </a:cubicBezTo>
                  <a:close/>
                  <a:moveTo>
                    <a:pt x="23" y="19"/>
                  </a:moveTo>
                  <a:cubicBezTo>
                    <a:pt x="509" y="450"/>
                    <a:pt x="678" y="1242"/>
                    <a:pt x="702" y="2218"/>
                  </a:cubicBezTo>
                  <a:cubicBezTo>
                    <a:pt x="1716" y="18125"/>
                    <a:pt x="14938" y="30712"/>
                    <a:pt x="31101" y="30712"/>
                  </a:cubicBezTo>
                  <a:cubicBezTo>
                    <a:pt x="32952" y="30712"/>
                    <a:pt x="34764" y="30545"/>
                    <a:pt x="36525" y="30227"/>
                  </a:cubicBezTo>
                  <a:cubicBezTo>
                    <a:pt x="36943" y="30179"/>
                    <a:pt x="37315" y="30154"/>
                    <a:pt x="37645" y="30154"/>
                  </a:cubicBezTo>
                  <a:cubicBezTo>
                    <a:pt x="38329" y="30154"/>
                    <a:pt x="38831" y="30262"/>
                    <a:pt x="39183" y="30499"/>
                  </a:cubicBezTo>
                  <a:lnTo>
                    <a:pt x="39183" y="30499"/>
                  </a:lnTo>
                  <a:lnTo>
                    <a:pt x="23" y="19"/>
                  </a:ln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 name="Google Shape;38;p3"/>
          <p:cNvSpPr txBox="1">
            <a:spLocks noGrp="1"/>
          </p:cNvSpPr>
          <p:nvPr>
            <p:ph type="title" idx="3"/>
          </p:nvPr>
        </p:nvSpPr>
        <p:spPr>
          <a:xfrm>
            <a:off x="4571400" y="2209513"/>
            <a:ext cx="3558000" cy="8418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9"/>
        <p:cNvGrpSpPr/>
        <p:nvPr/>
      </p:nvGrpSpPr>
      <p:grpSpPr>
        <a:xfrm>
          <a:off x="0" y="0"/>
          <a:ext cx="0" cy="0"/>
          <a:chOff x="0" y="0"/>
          <a:chExt cx="0" cy="0"/>
        </a:xfrm>
      </p:grpSpPr>
      <p:sp>
        <p:nvSpPr>
          <p:cNvPr id="40" name="Google Shape;40;p4"/>
          <p:cNvSpPr txBox="1">
            <a:spLocks noGrp="1"/>
          </p:cNvSpPr>
          <p:nvPr>
            <p:ph type="title"/>
          </p:nvPr>
        </p:nvSpPr>
        <p:spPr>
          <a:xfrm>
            <a:off x="720000" y="539400"/>
            <a:ext cx="7704000" cy="572700"/>
          </a:xfrm>
          <a:prstGeom prst="rect">
            <a:avLst/>
          </a:prstGeom>
          <a:effectLst>
            <a:outerShdw dist="28575" dir="1980000" algn="bl" rotWithShape="0">
              <a:schemeClr val="accent2"/>
            </a:outerShdw>
          </a:effectLst>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1" name="Google Shape;41;p4"/>
          <p:cNvSpPr txBox="1">
            <a:spLocks noGrp="1"/>
          </p:cNvSpPr>
          <p:nvPr>
            <p:ph type="body" idx="1"/>
          </p:nvPr>
        </p:nvSpPr>
        <p:spPr>
          <a:xfrm>
            <a:off x="720000" y="1233675"/>
            <a:ext cx="7704000" cy="33705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rgbClr val="434343"/>
              </a:buClr>
              <a:buSzPts val="1200"/>
              <a:buAutoNum type="arabicPeriod"/>
              <a:defRPr sz="1200">
                <a:solidFill>
                  <a:srgbClr val="434343"/>
                </a:solidFill>
                <a:latin typeface="Asap"/>
                <a:ea typeface="Asap"/>
                <a:cs typeface="Asap"/>
                <a:sym typeface="Asap"/>
              </a:defRPr>
            </a:lvl1pPr>
            <a:lvl2pPr marL="914400" lvl="1" indent="-3048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2pPr>
            <a:lvl3pPr marL="1371600" lvl="2" indent="-3048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3pPr>
            <a:lvl4pPr marL="1828800" lvl="3" indent="-304800" rtl="0">
              <a:lnSpc>
                <a:spcPct val="115000"/>
              </a:lnSpc>
              <a:spcBef>
                <a:spcPts val="1600"/>
              </a:spcBef>
              <a:spcAft>
                <a:spcPts val="0"/>
              </a:spcAft>
              <a:buClr>
                <a:srgbClr val="434343"/>
              </a:buClr>
              <a:buSzPts val="1200"/>
              <a:buFont typeface="Roboto Condensed Light"/>
              <a:buAutoNum type="arabicPeriod"/>
              <a:defRPr>
                <a:solidFill>
                  <a:srgbClr val="434343"/>
                </a:solidFill>
              </a:defRPr>
            </a:lvl4pPr>
            <a:lvl5pPr marL="2286000" lvl="4" indent="-3048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5pPr>
            <a:lvl6pPr marL="2743200" lvl="5" indent="-3048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6pPr>
            <a:lvl7pPr marL="3200400" lvl="6" indent="-304800" rtl="0">
              <a:lnSpc>
                <a:spcPct val="115000"/>
              </a:lnSpc>
              <a:spcBef>
                <a:spcPts val="1600"/>
              </a:spcBef>
              <a:spcAft>
                <a:spcPts val="0"/>
              </a:spcAft>
              <a:buClr>
                <a:srgbClr val="434343"/>
              </a:buClr>
              <a:buSzPts val="1200"/>
              <a:buFont typeface="Roboto Condensed Light"/>
              <a:buAutoNum type="arabicPeriod"/>
              <a:defRPr>
                <a:solidFill>
                  <a:srgbClr val="434343"/>
                </a:solidFill>
              </a:defRPr>
            </a:lvl7pPr>
            <a:lvl8pPr marL="3657600" lvl="7" indent="-3048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8pPr>
            <a:lvl9pPr marL="4114800" lvl="8" indent="-304800" rtl="0">
              <a:lnSpc>
                <a:spcPct val="115000"/>
              </a:lnSpc>
              <a:spcBef>
                <a:spcPts val="1600"/>
              </a:spcBef>
              <a:spcAft>
                <a:spcPts val="1600"/>
              </a:spcAft>
              <a:buClr>
                <a:srgbClr val="434343"/>
              </a:buClr>
              <a:buSzPts val="1200"/>
              <a:buFont typeface="Roboto Condensed Light"/>
              <a:buAutoNum type="romanLcPeriod"/>
              <a:defRPr>
                <a:solidFill>
                  <a:srgbClr val="434343"/>
                </a:solidFill>
              </a:defRPr>
            </a:lvl9pPr>
          </a:lstStyle>
          <a:p>
            <a:endParaRPr/>
          </a:p>
        </p:txBody>
      </p:sp>
      <p:sp>
        <p:nvSpPr>
          <p:cNvPr id="42" name="Google Shape;42;p4"/>
          <p:cNvSpPr/>
          <p:nvPr/>
        </p:nvSpPr>
        <p:spPr>
          <a:xfrm>
            <a:off x="8515550" y="3884500"/>
            <a:ext cx="385800" cy="385800"/>
          </a:xfrm>
          <a:prstGeom prst="ellipse">
            <a:avLst/>
          </a:prstGeom>
          <a:gradFill>
            <a:gsLst>
              <a:gs pos="0">
                <a:schemeClr val="accent1"/>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4"/>
          <p:cNvSpPr/>
          <p:nvPr/>
        </p:nvSpPr>
        <p:spPr>
          <a:xfrm>
            <a:off x="215000" y="3884500"/>
            <a:ext cx="385800" cy="385800"/>
          </a:xfrm>
          <a:prstGeom prst="ellipse">
            <a:avLst/>
          </a:prstGeom>
          <a:gradFill>
            <a:gsLst>
              <a:gs pos="0">
                <a:schemeClr val="lt2"/>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txBox="1">
            <a:spLocks noGrp="1"/>
          </p:cNvSpPr>
          <p:nvPr>
            <p:ph type="title" idx="2"/>
          </p:nvPr>
        </p:nvSpPr>
        <p:spPr>
          <a:xfrm>
            <a:off x="720000" y="539400"/>
            <a:ext cx="7704000" cy="572700"/>
          </a:xfrm>
          <a:prstGeom prst="rect">
            <a:avLst/>
          </a:prstGeom>
          <a:effectLst>
            <a:outerShdw dist="28575" dir="11700000" algn="bl" rotWithShape="0">
              <a:schemeClr val="accent1"/>
            </a:outerShdw>
          </a:effectLst>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1"/>
        <p:cNvGrpSpPr/>
        <p:nvPr/>
      </p:nvGrpSpPr>
      <p:grpSpPr>
        <a:xfrm>
          <a:off x="0" y="0"/>
          <a:ext cx="0" cy="0"/>
          <a:chOff x="0" y="0"/>
          <a:chExt cx="0" cy="0"/>
        </a:xfrm>
      </p:grpSpPr>
      <p:sp>
        <p:nvSpPr>
          <p:cNvPr id="82" name="Google Shape;82;p7"/>
          <p:cNvSpPr txBox="1">
            <a:spLocks noGrp="1"/>
          </p:cNvSpPr>
          <p:nvPr>
            <p:ph type="body" idx="1"/>
          </p:nvPr>
        </p:nvSpPr>
        <p:spPr>
          <a:xfrm>
            <a:off x="1077300" y="1788000"/>
            <a:ext cx="4117800" cy="2270700"/>
          </a:xfrm>
          <a:prstGeom prst="rect">
            <a:avLst/>
          </a:prstGeom>
        </p:spPr>
        <p:txBody>
          <a:bodyPr spcFirstLastPara="1" wrap="square" lIns="91425" tIns="91425" rIns="91425" bIns="91425" anchor="t" anchorCtr="0">
            <a:noAutofit/>
          </a:bodyPr>
          <a:lstStyle>
            <a:lvl1pPr marL="457200" lvl="0" indent="-292100" rtl="0">
              <a:lnSpc>
                <a:spcPct val="100000"/>
              </a:lnSpc>
              <a:spcBef>
                <a:spcPts val="0"/>
              </a:spcBef>
              <a:spcAft>
                <a:spcPts val="0"/>
              </a:spcAft>
              <a:buSzPts val="1000"/>
              <a:buChar char="●"/>
              <a:defRPr>
                <a:solidFill>
                  <a:schemeClr val="dk1"/>
                </a:solidFill>
              </a:defRPr>
            </a:lvl1pPr>
            <a:lvl2pPr marL="914400" lvl="1" indent="-317500" rtl="0">
              <a:lnSpc>
                <a:spcPct val="115000"/>
              </a:lnSpc>
              <a:spcBef>
                <a:spcPts val="0"/>
              </a:spcBef>
              <a:spcAft>
                <a:spcPts val="0"/>
              </a:spcAft>
              <a:buSzPts val="1400"/>
              <a:buChar char="○"/>
              <a:defRPr>
                <a:solidFill>
                  <a:srgbClr val="434343"/>
                </a:solidFill>
              </a:defRPr>
            </a:lvl2pPr>
            <a:lvl3pPr marL="1371600" lvl="2" indent="-317500" rtl="0">
              <a:lnSpc>
                <a:spcPct val="115000"/>
              </a:lnSpc>
              <a:spcBef>
                <a:spcPts val="1600"/>
              </a:spcBef>
              <a:spcAft>
                <a:spcPts val="0"/>
              </a:spcAft>
              <a:buSzPts val="1400"/>
              <a:buChar char="■"/>
              <a:defRPr>
                <a:solidFill>
                  <a:srgbClr val="434343"/>
                </a:solidFill>
              </a:defRPr>
            </a:lvl3pPr>
            <a:lvl4pPr marL="1828800" lvl="3" indent="-317500" rtl="0">
              <a:lnSpc>
                <a:spcPct val="115000"/>
              </a:lnSpc>
              <a:spcBef>
                <a:spcPts val="1600"/>
              </a:spcBef>
              <a:spcAft>
                <a:spcPts val="0"/>
              </a:spcAft>
              <a:buSzPts val="1400"/>
              <a:buChar char="●"/>
              <a:defRPr>
                <a:solidFill>
                  <a:srgbClr val="434343"/>
                </a:solidFill>
              </a:defRPr>
            </a:lvl4pPr>
            <a:lvl5pPr marL="2286000" lvl="4" indent="-317500" rtl="0">
              <a:lnSpc>
                <a:spcPct val="115000"/>
              </a:lnSpc>
              <a:spcBef>
                <a:spcPts val="1600"/>
              </a:spcBef>
              <a:spcAft>
                <a:spcPts val="0"/>
              </a:spcAft>
              <a:buSzPts val="1400"/>
              <a:buChar char="○"/>
              <a:defRPr>
                <a:solidFill>
                  <a:srgbClr val="434343"/>
                </a:solidFill>
              </a:defRPr>
            </a:lvl5pPr>
            <a:lvl6pPr marL="2743200" lvl="5" indent="-317500" rtl="0">
              <a:lnSpc>
                <a:spcPct val="115000"/>
              </a:lnSpc>
              <a:spcBef>
                <a:spcPts val="1600"/>
              </a:spcBef>
              <a:spcAft>
                <a:spcPts val="0"/>
              </a:spcAft>
              <a:buSzPts val="1400"/>
              <a:buChar char="■"/>
              <a:defRPr>
                <a:solidFill>
                  <a:srgbClr val="434343"/>
                </a:solidFill>
              </a:defRPr>
            </a:lvl6pPr>
            <a:lvl7pPr marL="3200400" lvl="6" indent="-317500" rtl="0">
              <a:lnSpc>
                <a:spcPct val="115000"/>
              </a:lnSpc>
              <a:spcBef>
                <a:spcPts val="1600"/>
              </a:spcBef>
              <a:spcAft>
                <a:spcPts val="0"/>
              </a:spcAft>
              <a:buSzPts val="1400"/>
              <a:buChar char="●"/>
              <a:defRPr>
                <a:solidFill>
                  <a:srgbClr val="434343"/>
                </a:solidFill>
              </a:defRPr>
            </a:lvl7pPr>
            <a:lvl8pPr marL="3657600" lvl="7" indent="-317500" rtl="0">
              <a:lnSpc>
                <a:spcPct val="115000"/>
              </a:lnSpc>
              <a:spcBef>
                <a:spcPts val="1600"/>
              </a:spcBef>
              <a:spcAft>
                <a:spcPts val="0"/>
              </a:spcAft>
              <a:buSzPts val="1400"/>
              <a:buChar char="○"/>
              <a:defRPr>
                <a:solidFill>
                  <a:srgbClr val="434343"/>
                </a:solidFill>
              </a:defRPr>
            </a:lvl8pPr>
            <a:lvl9pPr marL="4114800" lvl="8" indent="-317500" rtl="0">
              <a:lnSpc>
                <a:spcPct val="115000"/>
              </a:lnSpc>
              <a:spcBef>
                <a:spcPts val="1600"/>
              </a:spcBef>
              <a:spcAft>
                <a:spcPts val="1600"/>
              </a:spcAft>
              <a:buSzPts val="1400"/>
              <a:buChar char="■"/>
              <a:defRPr>
                <a:solidFill>
                  <a:srgbClr val="434343"/>
                </a:solidFill>
              </a:defRPr>
            </a:lvl9pPr>
          </a:lstStyle>
          <a:p>
            <a:endParaRPr/>
          </a:p>
        </p:txBody>
      </p:sp>
      <p:sp>
        <p:nvSpPr>
          <p:cNvPr id="83" name="Google Shape;83;p7"/>
          <p:cNvSpPr txBox="1">
            <a:spLocks noGrp="1"/>
          </p:cNvSpPr>
          <p:nvPr>
            <p:ph type="title"/>
          </p:nvPr>
        </p:nvSpPr>
        <p:spPr>
          <a:xfrm>
            <a:off x="713100" y="539400"/>
            <a:ext cx="7717800" cy="78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4" name="Google Shape;84;p7"/>
          <p:cNvSpPr/>
          <p:nvPr/>
        </p:nvSpPr>
        <p:spPr>
          <a:xfrm>
            <a:off x="1659150" y="324000"/>
            <a:ext cx="4944600" cy="139200"/>
          </a:xfrm>
          <a:prstGeom prst="roundRect">
            <a:avLst>
              <a:gd name="adj" fmla="val 50000"/>
            </a:avLst>
          </a:prstGeom>
          <a:gradFill>
            <a:gsLst>
              <a:gs pos="0">
                <a:schemeClr val="lt1"/>
              </a:gs>
              <a:gs pos="60000">
                <a:schemeClr val="accent1"/>
              </a:gs>
              <a:gs pos="100000">
                <a:schemeClr val="accen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7"/>
          <p:cNvSpPr/>
          <p:nvPr/>
        </p:nvSpPr>
        <p:spPr>
          <a:xfrm rot="5400000">
            <a:off x="7767025" y="1117575"/>
            <a:ext cx="1638600" cy="139200"/>
          </a:xfrm>
          <a:prstGeom prst="roundRect">
            <a:avLst>
              <a:gd name="adj" fmla="val 50000"/>
            </a:avLst>
          </a:prstGeom>
          <a:gradFill>
            <a:gsLst>
              <a:gs pos="0">
                <a:schemeClr val="lt1"/>
              </a:gs>
              <a:gs pos="60000">
                <a:schemeClr val="accent3"/>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 name="Google Shape;86;p7"/>
          <p:cNvGrpSpPr/>
          <p:nvPr/>
        </p:nvGrpSpPr>
        <p:grpSpPr>
          <a:xfrm rot="5958126">
            <a:off x="4771425" y="4056986"/>
            <a:ext cx="1401416" cy="1336763"/>
            <a:chOff x="388966" y="999821"/>
            <a:chExt cx="1499173" cy="1430011"/>
          </a:xfrm>
        </p:grpSpPr>
        <p:sp>
          <p:nvSpPr>
            <p:cNvPr id="87" name="Google Shape;87;p7"/>
            <p:cNvSpPr/>
            <p:nvPr/>
          </p:nvSpPr>
          <p:spPr>
            <a:xfrm rot="-900195">
              <a:off x="516200" y="1141384"/>
              <a:ext cx="1244705" cy="1146885"/>
            </a:xfrm>
            <a:custGeom>
              <a:avLst/>
              <a:gdLst/>
              <a:ahLst/>
              <a:cxnLst/>
              <a:rect l="l" t="t" r="r" b="b"/>
              <a:pathLst>
                <a:path w="60568" h="55808" extrusionOk="0">
                  <a:moveTo>
                    <a:pt x="19507" y="0"/>
                  </a:moveTo>
                  <a:cubicBezTo>
                    <a:pt x="18522" y="0"/>
                    <a:pt x="17011" y="589"/>
                    <a:pt x="14723" y="2027"/>
                  </a:cubicBezTo>
                  <a:lnTo>
                    <a:pt x="14856" y="1952"/>
                  </a:lnTo>
                  <a:lnTo>
                    <a:pt x="14856" y="1952"/>
                  </a:lnTo>
                  <a:cubicBezTo>
                    <a:pt x="5961" y="7269"/>
                    <a:pt x="0" y="16991"/>
                    <a:pt x="0" y="28108"/>
                  </a:cubicBezTo>
                  <a:cubicBezTo>
                    <a:pt x="0" y="44932"/>
                    <a:pt x="13638" y="55807"/>
                    <a:pt x="30461" y="55807"/>
                  </a:cubicBezTo>
                  <a:cubicBezTo>
                    <a:pt x="43425" y="55807"/>
                    <a:pt x="54497" y="49451"/>
                    <a:pt x="58894" y="38754"/>
                  </a:cubicBezTo>
                  <a:cubicBezTo>
                    <a:pt x="59386" y="37556"/>
                    <a:pt x="59750" y="36306"/>
                    <a:pt x="60018" y="35040"/>
                  </a:cubicBezTo>
                  <a:cubicBezTo>
                    <a:pt x="60475" y="32880"/>
                    <a:pt x="60568" y="31598"/>
                    <a:pt x="59892" y="30967"/>
                  </a:cubicBezTo>
                  <a:lnTo>
                    <a:pt x="59810" y="30900"/>
                  </a:lnTo>
                  <a:lnTo>
                    <a:pt x="20543" y="337"/>
                  </a:lnTo>
                  <a:lnTo>
                    <a:pt x="20544" y="335"/>
                  </a:lnTo>
                  <a:cubicBezTo>
                    <a:pt x="20290" y="120"/>
                    <a:pt x="19952" y="0"/>
                    <a:pt x="19507" y="0"/>
                  </a:cubicBez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7"/>
            <p:cNvSpPr/>
            <p:nvPr/>
          </p:nvSpPr>
          <p:spPr>
            <a:xfrm rot="-900195">
              <a:off x="551888" y="1165254"/>
              <a:ext cx="1167559" cy="1086055"/>
            </a:xfrm>
            <a:custGeom>
              <a:avLst/>
              <a:gdLst/>
              <a:ahLst/>
              <a:cxnLst/>
              <a:rect l="l" t="t" r="r" b="b"/>
              <a:pathLst>
                <a:path w="56814" h="52848" extrusionOk="0">
                  <a:moveTo>
                    <a:pt x="19219" y="0"/>
                  </a:moveTo>
                  <a:cubicBezTo>
                    <a:pt x="18944" y="8"/>
                    <a:pt x="16401" y="855"/>
                    <a:pt x="13965" y="2375"/>
                  </a:cubicBezTo>
                  <a:lnTo>
                    <a:pt x="13968" y="2381"/>
                  </a:lnTo>
                  <a:cubicBezTo>
                    <a:pt x="5353" y="7531"/>
                    <a:pt x="0" y="16953"/>
                    <a:pt x="0" y="26972"/>
                  </a:cubicBezTo>
                  <a:cubicBezTo>
                    <a:pt x="0" y="34512"/>
                    <a:pt x="2870" y="41009"/>
                    <a:pt x="8299" y="45758"/>
                  </a:cubicBezTo>
                  <a:cubicBezTo>
                    <a:pt x="13525" y="50331"/>
                    <a:pt x="20749" y="52848"/>
                    <a:pt x="28637" y="52848"/>
                  </a:cubicBezTo>
                  <a:cubicBezTo>
                    <a:pt x="41098" y="52848"/>
                    <a:pt x="51346" y="46747"/>
                    <a:pt x="55384" y="36925"/>
                  </a:cubicBezTo>
                  <a:cubicBezTo>
                    <a:pt x="55804" y="35902"/>
                    <a:pt x="56149" y="34759"/>
                    <a:pt x="56410" y="33526"/>
                  </a:cubicBezTo>
                  <a:cubicBezTo>
                    <a:pt x="56739" y="31972"/>
                    <a:pt x="56814" y="29076"/>
                    <a:pt x="56777" y="28823"/>
                  </a:cubicBezTo>
                  <a:lnTo>
                    <a:pt x="192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7"/>
            <p:cNvSpPr/>
            <p:nvPr/>
          </p:nvSpPr>
          <p:spPr>
            <a:xfrm rot="-900195">
              <a:off x="651280" y="1448439"/>
              <a:ext cx="895038" cy="750773"/>
            </a:xfrm>
            <a:custGeom>
              <a:avLst/>
              <a:gdLst/>
              <a:ahLst/>
              <a:cxnLst/>
              <a:rect l="l" t="t" r="r" b="b"/>
              <a:pathLst>
                <a:path w="43553" h="36533" extrusionOk="0">
                  <a:moveTo>
                    <a:pt x="4134" y="1"/>
                  </a:moveTo>
                  <a:cubicBezTo>
                    <a:pt x="3396" y="1126"/>
                    <a:pt x="2338" y="2964"/>
                    <a:pt x="1489" y="5320"/>
                  </a:cubicBezTo>
                  <a:cubicBezTo>
                    <a:pt x="501" y="8060"/>
                    <a:pt x="1" y="10906"/>
                    <a:pt x="1" y="13778"/>
                  </a:cubicBezTo>
                  <a:cubicBezTo>
                    <a:pt x="1" y="20410"/>
                    <a:pt x="2525" y="26124"/>
                    <a:pt x="7302" y="30302"/>
                  </a:cubicBezTo>
                  <a:cubicBezTo>
                    <a:pt x="8902" y="31702"/>
                    <a:pt x="10723" y="32891"/>
                    <a:pt x="12714" y="33837"/>
                  </a:cubicBezTo>
                  <a:cubicBezTo>
                    <a:pt x="14363" y="34619"/>
                    <a:pt x="16148" y="35243"/>
                    <a:pt x="18017" y="35693"/>
                  </a:cubicBezTo>
                  <a:cubicBezTo>
                    <a:pt x="20335" y="36249"/>
                    <a:pt x="22736" y="36533"/>
                    <a:pt x="25154" y="36533"/>
                  </a:cubicBezTo>
                  <a:lnTo>
                    <a:pt x="25162" y="36533"/>
                  </a:lnTo>
                  <a:cubicBezTo>
                    <a:pt x="26403" y="36532"/>
                    <a:pt x="29307" y="36531"/>
                    <a:pt x="32720" y="35700"/>
                  </a:cubicBezTo>
                  <a:cubicBezTo>
                    <a:pt x="36969" y="34665"/>
                    <a:pt x="40613" y="32707"/>
                    <a:pt x="43553" y="29878"/>
                  </a:cubicBezTo>
                  <a:lnTo>
                    <a:pt x="43295" y="29610"/>
                  </a:lnTo>
                  <a:cubicBezTo>
                    <a:pt x="38780" y="33954"/>
                    <a:pt x="32679" y="36158"/>
                    <a:pt x="25162" y="36160"/>
                  </a:cubicBezTo>
                  <a:lnTo>
                    <a:pt x="25154" y="36160"/>
                  </a:lnTo>
                  <a:cubicBezTo>
                    <a:pt x="21194" y="36160"/>
                    <a:pt x="13650" y="35360"/>
                    <a:pt x="7547" y="30022"/>
                  </a:cubicBezTo>
                  <a:cubicBezTo>
                    <a:pt x="2854" y="25917"/>
                    <a:pt x="373" y="20299"/>
                    <a:pt x="373" y="13778"/>
                  </a:cubicBezTo>
                  <a:cubicBezTo>
                    <a:pt x="373" y="7374"/>
                    <a:pt x="2924" y="2525"/>
                    <a:pt x="4446" y="204"/>
                  </a:cubicBezTo>
                  <a:lnTo>
                    <a:pt x="41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7"/>
            <p:cNvSpPr/>
            <p:nvPr/>
          </p:nvSpPr>
          <p:spPr>
            <a:xfrm rot="-900195">
              <a:off x="1595020" y="1868725"/>
              <a:ext cx="47533" cy="47513"/>
            </a:xfrm>
            <a:custGeom>
              <a:avLst/>
              <a:gdLst/>
              <a:ahLst/>
              <a:cxnLst/>
              <a:rect l="l" t="t" r="r" b="b"/>
              <a:pathLst>
                <a:path w="2313" h="2312" extrusionOk="0">
                  <a:moveTo>
                    <a:pt x="1157" y="1"/>
                  </a:moveTo>
                  <a:cubicBezTo>
                    <a:pt x="519" y="1"/>
                    <a:pt x="0" y="518"/>
                    <a:pt x="0" y="1157"/>
                  </a:cubicBezTo>
                  <a:cubicBezTo>
                    <a:pt x="0" y="1795"/>
                    <a:pt x="519" y="2312"/>
                    <a:pt x="1157" y="2312"/>
                  </a:cubicBezTo>
                  <a:cubicBezTo>
                    <a:pt x="1795" y="2312"/>
                    <a:pt x="2313" y="1795"/>
                    <a:pt x="2313" y="1157"/>
                  </a:cubicBezTo>
                  <a:cubicBezTo>
                    <a:pt x="2313" y="518"/>
                    <a:pt x="1795" y="1"/>
                    <a:pt x="11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7"/>
            <p:cNvSpPr/>
            <p:nvPr/>
          </p:nvSpPr>
          <p:spPr>
            <a:xfrm rot="-900195">
              <a:off x="652726" y="1480371"/>
              <a:ext cx="47533" cy="47533"/>
            </a:xfrm>
            <a:custGeom>
              <a:avLst/>
              <a:gdLst/>
              <a:ahLst/>
              <a:cxnLst/>
              <a:rect l="l" t="t" r="r" b="b"/>
              <a:pathLst>
                <a:path w="2313" h="2313" extrusionOk="0">
                  <a:moveTo>
                    <a:pt x="1156" y="0"/>
                  </a:moveTo>
                  <a:cubicBezTo>
                    <a:pt x="517" y="0"/>
                    <a:pt x="0" y="519"/>
                    <a:pt x="0" y="1156"/>
                  </a:cubicBezTo>
                  <a:cubicBezTo>
                    <a:pt x="0" y="1795"/>
                    <a:pt x="517" y="2313"/>
                    <a:pt x="1156" y="2313"/>
                  </a:cubicBezTo>
                  <a:cubicBezTo>
                    <a:pt x="1794" y="2313"/>
                    <a:pt x="2313" y="1795"/>
                    <a:pt x="2313" y="1156"/>
                  </a:cubicBezTo>
                  <a:cubicBezTo>
                    <a:pt x="2313" y="519"/>
                    <a:pt x="1794" y="0"/>
                    <a:pt x="11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7"/>
            <p:cNvSpPr/>
            <p:nvPr/>
          </p:nvSpPr>
          <p:spPr>
            <a:xfrm rot="-900195">
              <a:off x="1631555" y="1602943"/>
              <a:ext cx="48355" cy="183270"/>
            </a:xfrm>
            <a:custGeom>
              <a:avLst/>
              <a:gdLst/>
              <a:ahLst/>
              <a:cxnLst/>
              <a:rect l="l" t="t" r="r" b="b"/>
              <a:pathLst>
                <a:path w="2353" h="8918" extrusionOk="0">
                  <a:moveTo>
                    <a:pt x="1980" y="1"/>
                  </a:moveTo>
                  <a:cubicBezTo>
                    <a:pt x="1855" y="3012"/>
                    <a:pt x="1189" y="5963"/>
                    <a:pt x="0" y="8772"/>
                  </a:cubicBezTo>
                  <a:lnTo>
                    <a:pt x="344" y="8918"/>
                  </a:lnTo>
                  <a:cubicBezTo>
                    <a:pt x="1549" y="6067"/>
                    <a:pt x="2225" y="3072"/>
                    <a:pt x="2353" y="16"/>
                  </a:cubicBezTo>
                  <a:lnTo>
                    <a:pt x="198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7"/>
            <p:cNvSpPr/>
            <p:nvPr/>
          </p:nvSpPr>
          <p:spPr>
            <a:xfrm rot="-900195">
              <a:off x="696849" y="1286537"/>
              <a:ext cx="175419" cy="110603"/>
            </a:xfrm>
            <a:custGeom>
              <a:avLst/>
              <a:gdLst/>
              <a:ahLst/>
              <a:cxnLst/>
              <a:rect l="l" t="t" r="r" b="b"/>
              <a:pathLst>
                <a:path w="8536" h="5382" extrusionOk="0">
                  <a:moveTo>
                    <a:pt x="8408" y="1"/>
                  </a:moveTo>
                  <a:cubicBezTo>
                    <a:pt x="6623" y="657"/>
                    <a:pt x="4905" y="1518"/>
                    <a:pt x="3303" y="2559"/>
                  </a:cubicBezTo>
                  <a:cubicBezTo>
                    <a:pt x="2140" y="3314"/>
                    <a:pt x="1029" y="4171"/>
                    <a:pt x="1" y="5105"/>
                  </a:cubicBezTo>
                  <a:lnTo>
                    <a:pt x="251" y="5382"/>
                  </a:lnTo>
                  <a:cubicBezTo>
                    <a:pt x="2687" y="3168"/>
                    <a:pt x="5474" y="1477"/>
                    <a:pt x="8535" y="351"/>
                  </a:cubicBezTo>
                  <a:lnTo>
                    <a:pt x="84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7"/>
            <p:cNvSpPr/>
            <p:nvPr/>
          </p:nvSpPr>
          <p:spPr>
            <a:xfrm rot="-900195">
              <a:off x="866404" y="1104006"/>
              <a:ext cx="808684" cy="631148"/>
            </a:xfrm>
            <a:custGeom>
              <a:avLst/>
              <a:gdLst/>
              <a:ahLst/>
              <a:cxnLst/>
              <a:rect l="l" t="t" r="r" b="b"/>
              <a:pathLst>
                <a:path w="39351" h="30712" extrusionOk="0">
                  <a:moveTo>
                    <a:pt x="2" y="0"/>
                  </a:moveTo>
                  <a:lnTo>
                    <a:pt x="1" y="2"/>
                  </a:lnTo>
                  <a:lnTo>
                    <a:pt x="23" y="19"/>
                  </a:lnTo>
                  <a:lnTo>
                    <a:pt x="23" y="19"/>
                  </a:lnTo>
                  <a:cubicBezTo>
                    <a:pt x="16" y="13"/>
                    <a:pt x="9" y="7"/>
                    <a:pt x="2" y="0"/>
                  </a:cubicBezTo>
                  <a:close/>
                  <a:moveTo>
                    <a:pt x="39183" y="30499"/>
                  </a:moveTo>
                  <a:lnTo>
                    <a:pt x="39268" y="30565"/>
                  </a:lnTo>
                  <a:lnTo>
                    <a:pt x="39351" y="30632"/>
                  </a:lnTo>
                  <a:cubicBezTo>
                    <a:pt x="39299" y="30584"/>
                    <a:pt x="39243" y="30539"/>
                    <a:pt x="39183" y="30499"/>
                  </a:cubicBezTo>
                  <a:close/>
                  <a:moveTo>
                    <a:pt x="23" y="19"/>
                  </a:moveTo>
                  <a:cubicBezTo>
                    <a:pt x="509" y="450"/>
                    <a:pt x="678" y="1242"/>
                    <a:pt x="702" y="2218"/>
                  </a:cubicBezTo>
                  <a:cubicBezTo>
                    <a:pt x="1716" y="18125"/>
                    <a:pt x="14938" y="30712"/>
                    <a:pt x="31101" y="30712"/>
                  </a:cubicBezTo>
                  <a:cubicBezTo>
                    <a:pt x="32952" y="30712"/>
                    <a:pt x="34764" y="30545"/>
                    <a:pt x="36525" y="30227"/>
                  </a:cubicBezTo>
                  <a:cubicBezTo>
                    <a:pt x="36943" y="30179"/>
                    <a:pt x="37315" y="30154"/>
                    <a:pt x="37645" y="30154"/>
                  </a:cubicBezTo>
                  <a:cubicBezTo>
                    <a:pt x="38329" y="30154"/>
                    <a:pt x="38831" y="30262"/>
                    <a:pt x="39183" y="30499"/>
                  </a:cubicBezTo>
                  <a:lnTo>
                    <a:pt x="39183" y="30499"/>
                  </a:lnTo>
                  <a:lnTo>
                    <a:pt x="23" y="19"/>
                  </a:ln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7"/>
          <p:cNvSpPr txBox="1">
            <a:spLocks noGrp="1"/>
          </p:cNvSpPr>
          <p:nvPr>
            <p:ph type="title" idx="2"/>
          </p:nvPr>
        </p:nvSpPr>
        <p:spPr>
          <a:xfrm>
            <a:off x="713100" y="541143"/>
            <a:ext cx="7717800" cy="78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dk1"/>
        </a:solidFill>
        <a:effectLst/>
      </p:bgPr>
    </p:bg>
    <p:spTree>
      <p:nvGrpSpPr>
        <p:cNvPr id="1" name="Shape 146"/>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47"/>
        <p:cNvGrpSpPr/>
        <p:nvPr/>
      </p:nvGrpSpPr>
      <p:grpSpPr>
        <a:xfrm>
          <a:off x="0" y="0"/>
          <a:ext cx="0" cy="0"/>
          <a:chOff x="0" y="0"/>
          <a:chExt cx="0" cy="0"/>
        </a:xfrm>
      </p:grpSpPr>
      <p:sp>
        <p:nvSpPr>
          <p:cNvPr id="148" name="Google Shape;148;p13"/>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9" name="Google Shape;149;p13"/>
          <p:cNvSpPr txBox="1">
            <a:spLocks noGrp="1"/>
          </p:cNvSpPr>
          <p:nvPr>
            <p:ph type="title" idx="2"/>
          </p:nvPr>
        </p:nvSpPr>
        <p:spPr>
          <a:xfrm>
            <a:off x="3717938" y="1595400"/>
            <a:ext cx="4062900" cy="4341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50" name="Google Shape;150;p13"/>
          <p:cNvSpPr txBox="1">
            <a:spLocks noGrp="1"/>
          </p:cNvSpPr>
          <p:nvPr>
            <p:ph type="subTitle" idx="1"/>
          </p:nvPr>
        </p:nvSpPr>
        <p:spPr>
          <a:xfrm>
            <a:off x="3717938" y="2061150"/>
            <a:ext cx="4062900" cy="294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51" name="Google Shape;151;p13"/>
          <p:cNvSpPr txBox="1">
            <a:spLocks noGrp="1"/>
          </p:cNvSpPr>
          <p:nvPr>
            <p:ph type="title" idx="3"/>
          </p:nvPr>
        </p:nvSpPr>
        <p:spPr>
          <a:xfrm>
            <a:off x="3717938" y="2590525"/>
            <a:ext cx="4062900" cy="4341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52" name="Google Shape;152;p13"/>
          <p:cNvSpPr txBox="1">
            <a:spLocks noGrp="1"/>
          </p:cNvSpPr>
          <p:nvPr>
            <p:ph type="subTitle" idx="4"/>
          </p:nvPr>
        </p:nvSpPr>
        <p:spPr>
          <a:xfrm>
            <a:off x="3717938" y="3056275"/>
            <a:ext cx="4062900" cy="294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53" name="Google Shape;153;p13"/>
          <p:cNvSpPr txBox="1">
            <a:spLocks noGrp="1"/>
          </p:cNvSpPr>
          <p:nvPr>
            <p:ph type="title" idx="5"/>
          </p:nvPr>
        </p:nvSpPr>
        <p:spPr>
          <a:xfrm>
            <a:off x="3717938" y="3585650"/>
            <a:ext cx="4062900" cy="4341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54" name="Google Shape;154;p13"/>
          <p:cNvSpPr txBox="1">
            <a:spLocks noGrp="1"/>
          </p:cNvSpPr>
          <p:nvPr>
            <p:ph type="subTitle" idx="6"/>
          </p:nvPr>
        </p:nvSpPr>
        <p:spPr>
          <a:xfrm>
            <a:off x="3717938" y="4051400"/>
            <a:ext cx="4062900" cy="294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55" name="Google Shape;155;p13"/>
          <p:cNvSpPr txBox="1">
            <a:spLocks noGrp="1"/>
          </p:cNvSpPr>
          <p:nvPr>
            <p:ph type="title" idx="7" hasCustomPrompt="1"/>
          </p:nvPr>
        </p:nvSpPr>
        <p:spPr>
          <a:xfrm>
            <a:off x="1234325" y="1595400"/>
            <a:ext cx="904500" cy="760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4000"/>
              <a:buNone/>
              <a:defRPr sz="4000">
                <a:solidFill>
                  <a:schemeClr val="accent2"/>
                </a:solidFill>
              </a:defRPr>
            </a:lvl1pPr>
            <a:lvl2pPr lvl="1" algn="ctr" rtl="0">
              <a:spcBef>
                <a:spcPts val="0"/>
              </a:spcBef>
              <a:spcAft>
                <a:spcPts val="0"/>
              </a:spcAft>
              <a:buClr>
                <a:schemeClr val="accent2"/>
              </a:buClr>
              <a:buSzPts val="4000"/>
              <a:buNone/>
              <a:defRPr sz="4000">
                <a:solidFill>
                  <a:schemeClr val="accent2"/>
                </a:solidFill>
              </a:defRPr>
            </a:lvl2pPr>
            <a:lvl3pPr lvl="2" algn="ctr" rtl="0">
              <a:spcBef>
                <a:spcPts val="0"/>
              </a:spcBef>
              <a:spcAft>
                <a:spcPts val="0"/>
              </a:spcAft>
              <a:buClr>
                <a:schemeClr val="accent2"/>
              </a:buClr>
              <a:buSzPts val="4000"/>
              <a:buNone/>
              <a:defRPr sz="4000">
                <a:solidFill>
                  <a:schemeClr val="accent2"/>
                </a:solidFill>
              </a:defRPr>
            </a:lvl3pPr>
            <a:lvl4pPr lvl="3" algn="ctr" rtl="0">
              <a:spcBef>
                <a:spcPts val="0"/>
              </a:spcBef>
              <a:spcAft>
                <a:spcPts val="0"/>
              </a:spcAft>
              <a:buClr>
                <a:schemeClr val="accent2"/>
              </a:buClr>
              <a:buSzPts val="4000"/>
              <a:buNone/>
              <a:defRPr sz="4000">
                <a:solidFill>
                  <a:schemeClr val="accent2"/>
                </a:solidFill>
              </a:defRPr>
            </a:lvl4pPr>
            <a:lvl5pPr lvl="4" algn="ctr" rtl="0">
              <a:spcBef>
                <a:spcPts val="0"/>
              </a:spcBef>
              <a:spcAft>
                <a:spcPts val="0"/>
              </a:spcAft>
              <a:buClr>
                <a:schemeClr val="accent2"/>
              </a:buClr>
              <a:buSzPts val="4000"/>
              <a:buNone/>
              <a:defRPr sz="4000">
                <a:solidFill>
                  <a:schemeClr val="accent2"/>
                </a:solidFill>
              </a:defRPr>
            </a:lvl5pPr>
            <a:lvl6pPr lvl="5" algn="ctr" rtl="0">
              <a:spcBef>
                <a:spcPts val="0"/>
              </a:spcBef>
              <a:spcAft>
                <a:spcPts val="0"/>
              </a:spcAft>
              <a:buClr>
                <a:schemeClr val="accent2"/>
              </a:buClr>
              <a:buSzPts val="4000"/>
              <a:buNone/>
              <a:defRPr sz="4000">
                <a:solidFill>
                  <a:schemeClr val="accent2"/>
                </a:solidFill>
              </a:defRPr>
            </a:lvl6pPr>
            <a:lvl7pPr lvl="6" algn="ctr" rtl="0">
              <a:spcBef>
                <a:spcPts val="0"/>
              </a:spcBef>
              <a:spcAft>
                <a:spcPts val="0"/>
              </a:spcAft>
              <a:buClr>
                <a:schemeClr val="accent2"/>
              </a:buClr>
              <a:buSzPts val="4000"/>
              <a:buNone/>
              <a:defRPr sz="4000">
                <a:solidFill>
                  <a:schemeClr val="accent2"/>
                </a:solidFill>
              </a:defRPr>
            </a:lvl7pPr>
            <a:lvl8pPr lvl="7" algn="ctr" rtl="0">
              <a:spcBef>
                <a:spcPts val="0"/>
              </a:spcBef>
              <a:spcAft>
                <a:spcPts val="0"/>
              </a:spcAft>
              <a:buClr>
                <a:schemeClr val="accent2"/>
              </a:buClr>
              <a:buSzPts val="4000"/>
              <a:buNone/>
              <a:defRPr sz="4000">
                <a:solidFill>
                  <a:schemeClr val="accent2"/>
                </a:solidFill>
              </a:defRPr>
            </a:lvl8pPr>
            <a:lvl9pPr lvl="8" algn="ctr" rtl="0">
              <a:spcBef>
                <a:spcPts val="0"/>
              </a:spcBef>
              <a:spcAft>
                <a:spcPts val="0"/>
              </a:spcAft>
              <a:buClr>
                <a:schemeClr val="accent2"/>
              </a:buClr>
              <a:buSzPts val="4000"/>
              <a:buNone/>
              <a:defRPr sz="4000">
                <a:solidFill>
                  <a:schemeClr val="accent2"/>
                </a:solidFill>
              </a:defRPr>
            </a:lvl9pPr>
          </a:lstStyle>
          <a:p>
            <a:r>
              <a:t>xx%</a:t>
            </a:r>
          </a:p>
        </p:txBody>
      </p:sp>
      <p:sp>
        <p:nvSpPr>
          <p:cNvPr id="156" name="Google Shape;156;p13"/>
          <p:cNvSpPr txBox="1">
            <a:spLocks noGrp="1"/>
          </p:cNvSpPr>
          <p:nvPr>
            <p:ph type="title" idx="8" hasCustomPrompt="1"/>
          </p:nvPr>
        </p:nvSpPr>
        <p:spPr>
          <a:xfrm>
            <a:off x="1234325" y="2590525"/>
            <a:ext cx="904500" cy="760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4000"/>
              <a:buNone/>
              <a:defRPr sz="4000">
                <a:solidFill>
                  <a:schemeClr val="accent2"/>
                </a:solidFill>
              </a:defRPr>
            </a:lvl1pPr>
            <a:lvl2pPr lvl="1" algn="ctr" rtl="0">
              <a:spcBef>
                <a:spcPts val="0"/>
              </a:spcBef>
              <a:spcAft>
                <a:spcPts val="0"/>
              </a:spcAft>
              <a:buClr>
                <a:schemeClr val="accent2"/>
              </a:buClr>
              <a:buSzPts val="4000"/>
              <a:buNone/>
              <a:defRPr sz="4000">
                <a:solidFill>
                  <a:schemeClr val="accent2"/>
                </a:solidFill>
              </a:defRPr>
            </a:lvl2pPr>
            <a:lvl3pPr lvl="2" algn="ctr" rtl="0">
              <a:spcBef>
                <a:spcPts val="0"/>
              </a:spcBef>
              <a:spcAft>
                <a:spcPts val="0"/>
              </a:spcAft>
              <a:buClr>
                <a:schemeClr val="accent2"/>
              </a:buClr>
              <a:buSzPts val="4000"/>
              <a:buNone/>
              <a:defRPr sz="4000">
                <a:solidFill>
                  <a:schemeClr val="accent2"/>
                </a:solidFill>
              </a:defRPr>
            </a:lvl3pPr>
            <a:lvl4pPr lvl="3" algn="ctr" rtl="0">
              <a:spcBef>
                <a:spcPts val="0"/>
              </a:spcBef>
              <a:spcAft>
                <a:spcPts val="0"/>
              </a:spcAft>
              <a:buClr>
                <a:schemeClr val="accent2"/>
              </a:buClr>
              <a:buSzPts val="4000"/>
              <a:buNone/>
              <a:defRPr sz="4000">
                <a:solidFill>
                  <a:schemeClr val="accent2"/>
                </a:solidFill>
              </a:defRPr>
            </a:lvl4pPr>
            <a:lvl5pPr lvl="4" algn="ctr" rtl="0">
              <a:spcBef>
                <a:spcPts val="0"/>
              </a:spcBef>
              <a:spcAft>
                <a:spcPts val="0"/>
              </a:spcAft>
              <a:buClr>
                <a:schemeClr val="accent2"/>
              </a:buClr>
              <a:buSzPts val="4000"/>
              <a:buNone/>
              <a:defRPr sz="4000">
                <a:solidFill>
                  <a:schemeClr val="accent2"/>
                </a:solidFill>
              </a:defRPr>
            </a:lvl5pPr>
            <a:lvl6pPr lvl="5" algn="ctr" rtl="0">
              <a:spcBef>
                <a:spcPts val="0"/>
              </a:spcBef>
              <a:spcAft>
                <a:spcPts val="0"/>
              </a:spcAft>
              <a:buClr>
                <a:schemeClr val="accent2"/>
              </a:buClr>
              <a:buSzPts val="4000"/>
              <a:buNone/>
              <a:defRPr sz="4000">
                <a:solidFill>
                  <a:schemeClr val="accent2"/>
                </a:solidFill>
              </a:defRPr>
            </a:lvl6pPr>
            <a:lvl7pPr lvl="6" algn="ctr" rtl="0">
              <a:spcBef>
                <a:spcPts val="0"/>
              </a:spcBef>
              <a:spcAft>
                <a:spcPts val="0"/>
              </a:spcAft>
              <a:buClr>
                <a:schemeClr val="accent2"/>
              </a:buClr>
              <a:buSzPts val="4000"/>
              <a:buNone/>
              <a:defRPr sz="4000">
                <a:solidFill>
                  <a:schemeClr val="accent2"/>
                </a:solidFill>
              </a:defRPr>
            </a:lvl7pPr>
            <a:lvl8pPr lvl="7" algn="ctr" rtl="0">
              <a:spcBef>
                <a:spcPts val="0"/>
              </a:spcBef>
              <a:spcAft>
                <a:spcPts val="0"/>
              </a:spcAft>
              <a:buClr>
                <a:schemeClr val="accent2"/>
              </a:buClr>
              <a:buSzPts val="4000"/>
              <a:buNone/>
              <a:defRPr sz="4000">
                <a:solidFill>
                  <a:schemeClr val="accent2"/>
                </a:solidFill>
              </a:defRPr>
            </a:lvl8pPr>
            <a:lvl9pPr lvl="8" algn="ctr" rtl="0">
              <a:spcBef>
                <a:spcPts val="0"/>
              </a:spcBef>
              <a:spcAft>
                <a:spcPts val="0"/>
              </a:spcAft>
              <a:buClr>
                <a:schemeClr val="accent2"/>
              </a:buClr>
              <a:buSzPts val="4000"/>
              <a:buNone/>
              <a:defRPr sz="4000">
                <a:solidFill>
                  <a:schemeClr val="accent2"/>
                </a:solidFill>
              </a:defRPr>
            </a:lvl9pPr>
          </a:lstStyle>
          <a:p>
            <a:r>
              <a:t>xx%</a:t>
            </a:r>
          </a:p>
        </p:txBody>
      </p:sp>
      <p:sp>
        <p:nvSpPr>
          <p:cNvPr id="157" name="Google Shape;157;p13"/>
          <p:cNvSpPr txBox="1">
            <a:spLocks noGrp="1"/>
          </p:cNvSpPr>
          <p:nvPr>
            <p:ph type="title" idx="9" hasCustomPrompt="1"/>
          </p:nvPr>
        </p:nvSpPr>
        <p:spPr>
          <a:xfrm>
            <a:off x="1234325" y="3585650"/>
            <a:ext cx="904500" cy="760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4000"/>
              <a:buNone/>
              <a:defRPr sz="4000">
                <a:solidFill>
                  <a:schemeClr val="accent2"/>
                </a:solidFill>
              </a:defRPr>
            </a:lvl1pPr>
            <a:lvl2pPr lvl="1" algn="ctr" rtl="0">
              <a:spcBef>
                <a:spcPts val="0"/>
              </a:spcBef>
              <a:spcAft>
                <a:spcPts val="0"/>
              </a:spcAft>
              <a:buClr>
                <a:schemeClr val="accent2"/>
              </a:buClr>
              <a:buSzPts val="4000"/>
              <a:buNone/>
              <a:defRPr sz="4000">
                <a:solidFill>
                  <a:schemeClr val="accent2"/>
                </a:solidFill>
              </a:defRPr>
            </a:lvl2pPr>
            <a:lvl3pPr lvl="2" algn="ctr" rtl="0">
              <a:spcBef>
                <a:spcPts val="0"/>
              </a:spcBef>
              <a:spcAft>
                <a:spcPts val="0"/>
              </a:spcAft>
              <a:buClr>
                <a:schemeClr val="accent2"/>
              </a:buClr>
              <a:buSzPts val="4000"/>
              <a:buNone/>
              <a:defRPr sz="4000">
                <a:solidFill>
                  <a:schemeClr val="accent2"/>
                </a:solidFill>
              </a:defRPr>
            </a:lvl3pPr>
            <a:lvl4pPr lvl="3" algn="ctr" rtl="0">
              <a:spcBef>
                <a:spcPts val="0"/>
              </a:spcBef>
              <a:spcAft>
                <a:spcPts val="0"/>
              </a:spcAft>
              <a:buClr>
                <a:schemeClr val="accent2"/>
              </a:buClr>
              <a:buSzPts val="4000"/>
              <a:buNone/>
              <a:defRPr sz="4000">
                <a:solidFill>
                  <a:schemeClr val="accent2"/>
                </a:solidFill>
              </a:defRPr>
            </a:lvl4pPr>
            <a:lvl5pPr lvl="4" algn="ctr" rtl="0">
              <a:spcBef>
                <a:spcPts val="0"/>
              </a:spcBef>
              <a:spcAft>
                <a:spcPts val="0"/>
              </a:spcAft>
              <a:buClr>
                <a:schemeClr val="accent2"/>
              </a:buClr>
              <a:buSzPts val="4000"/>
              <a:buNone/>
              <a:defRPr sz="4000">
                <a:solidFill>
                  <a:schemeClr val="accent2"/>
                </a:solidFill>
              </a:defRPr>
            </a:lvl5pPr>
            <a:lvl6pPr lvl="5" algn="ctr" rtl="0">
              <a:spcBef>
                <a:spcPts val="0"/>
              </a:spcBef>
              <a:spcAft>
                <a:spcPts val="0"/>
              </a:spcAft>
              <a:buClr>
                <a:schemeClr val="accent2"/>
              </a:buClr>
              <a:buSzPts val="4000"/>
              <a:buNone/>
              <a:defRPr sz="4000">
                <a:solidFill>
                  <a:schemeClr val="accent2"/>
                </a:solidFill>
              </a:defRPr>
            </a:lvl6pPr>
            <a:lvl7pPr lvl="6" algn="ctr" rtl="0">
              <a:spcBef>
                <a:spcPts val="0"/>
              </a:spcBef>
              <a:spcAft>
                <a:spcPts val="0"/>
              </a:spcAft>
              <a:buClr>
                <a:schemeClr val="accent2"/>
              </a:buClr>
              <a:buSzPts val="4000"/>
              <a:buNone/>
              <a:defRPr sz="4000">
                <a:solidFill>
                  <a:schemeClr val="accent2"/>
                </a:solidFill>
              </a:defRPr>
            </a:lvl7pPr>
            <a:lvl8pPr lvl="7" algn="ctr" rtl="0">
              <a:spcBef>
                <a:spcPts val="0"/>
              </a:spcBef>
              <a:spcAft>
                <a:spcPts val="0"/>
              </a:spcAft>
              <a:buClr>
                <a:schemeClr val="accent2"/>
              </a:buClr>
              <a:buSzPts val="4000"/>
              <a:buNone/>
              <a:defRPr sz="4000">
                <a:solidFill>
                  <a:schemeClr val="accent2"/>
                </a:solidFill>
              </a:defRPr>
            </a:lvl8pPr>
            <a:lvl9pPr lvl="8" algn="ctr" rtl="0">
              <a:spcBef>
                <a:spcPts val="0"/>
              </a:spcBef>
              <a:spcAft>
                <a:spcPts val="0"/>
              </a:spcAft>
              <a:buClr>
                <a:schemeClr val="accent2"/>
              </a:buClr>
              <a:buSzPts val="4000"/>
              <a:buNone/>
              <a:defRPr sz="4000">
                <a:solidFill>
                  <a:schemeClr val="accent2"/>
                </a:solidFill>
              </a:defRPr>
            </a:lvl9pPr>
          </a:lstStyle>
          <a:p>
            <a:r>
              <a:t>xx%</a:t>
            </a:r>
          </a:p>
        </p:txBody>
      </p:sp>
      <p:sp>
        <p:nvSpPr>
          <p:cNvPr id="158" name="Google Shape;158;p13"/>
          <p:cNvSpPr/>
          <p:nvPr/>
        </p:nvSpPr>
        <p:spPr>
          <a:xfrm>
            <a:off x="2897575" y="4829150"/>
            <a:ext cx="4944600" cy="139200"/>
          </a:xfrm>
          <a:prstGeom prst="roundRect">
            <a:avLst>
              <a:gd name="adj" fmla="val 50000"/>
            </a:avLst>
          </a:prstGeom>
          <a:gradFill>
            <a:gsLst>
              <a:gs pos="0">
                <a:schemeClr val="lt1"/>
              </a:gs>
              <a:gs pos="60000">
                <a:schemeClr val="accent1"/>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3"/>
          <p:cNvSpPr/>
          <p:nvPr/>
        </p:nvSpPr>
        <p:spPr>
          <a:xfrm>
            <a:off x="265725" y="298450"/>
            <a:ext cx="1638600" cy="139200"/>
          </a:xfrm>
          <a:prstGeom prst="roundRect">
            <a:avLst>
              <a:gd name="adj" fmla="val 50000"/>
            </a:avLst>
          </a:prstGeom>
          <a:gradFill>
            <a:gsLst>
              <a:gs pos="0">
                <a:schemeClr val="lt1"/>
              </a:gs>
              <a:gs pos="60000">
                <a:schemeClr val="accent3"/>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3"/>
          <p:cNvSpPr/>
          <p:nvPr/>
        </p:nvSpPr>
        <p:spPr>
          <a:xfrm>
            <a:off x="7693075" y="1686875"/>
            <a:ext cx="1194000" cy="139200"/>
          </a:xfrm>
          <a:prstGeom prst="roundRect">
            <a:avLst>
              <a:gd name="adj" fmla="val 50000"/>
            </a:avLst>
          </a:prstGeom>
          <a:gradFill>
            <a:gsLst>
              <a:gs pos="0">
                <a:schemeClr val="lt1"/>
              </a:gs>
              <a:gs pos="60000">
                <a:schemeClr val="accent1"/>
              </a:gs>
              <a:gs pos="100000">
                <a:schemeClr val="accen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3"/>
          <p:cNvSpPr/>
          <p:nvPr/>
        </p:nvSpPr>
        <p:spPr>
          <a:xfrm>
            <a:off x="265725" y="1448775"/>
            <a:ext cx="385800" cy="385800"/>
          </a:xfrm>
          <a:prstGeom prst="ellipse">
            <a:avLst/>
          </a:prstGeom>
          <a:gradFill>
            <a:gsLst>
              <a:gs pos="0">
                <a:schemeClr val="accent1"/>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3"/>
          <p:cNvSpPr/>
          <p:nvPr/>
        </p:nvSpPr>
        <p:spPr>
          <a:xfrm>
            <a:off x="892125" y="4654850"/>
            <a:ext cx="385800" cy="385800"/>
          </a:xfrm>
          <a:prstGeom prst="ellipse">
            <a:avLst/>
          </a:prstGeom>
          <a:gradFill>
            <a:gsLst>
              <a:gs pos="0">
                <a:schemeClr val="lt2"/>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3"/>
          <p:cNvSpPr/>
          <p:nvPr/>
        </p:nvSpPr>
        <p:spPr>
          <a:xfrm>
            <a:off x="8501275" y="3199850"/>
            <a:ext cx="385800" cy="385800"/>
          </a:xfrm>
          <a:prstGeom prst="ellipse">
            <a:avLst/>
          </a:prstGeom>
          <a:gradFill>
            <a:gsLst>
              <a:gs pos="0">
                <a:schemeClr val="accent1"/>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3"/>
          <p:cNvSpPr txBox="1">
            <a:spLocks noGrp="1"/>
          </p:cNvSpPr>
          <p:nvPr>
            <p:ph type="title" idx="13"/>
          </p:nvPr>
        </p:nvSpPr>
        <p:spPr>
          <a:xfrm>
            <a:off x="720000" y="5394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65"/>
        <p:cNvGrpSpPr/>
        <p:nvPr/>
      </p:nvGrpSpPr>
      <p:grpSpPr>
        <a:xfrm>
          <a:off x="0" y="0"/>
          <a:ext cx="0" cy="0"/>
          <a:chOff x="0" y="0"/>
          <a:chExt cx="0" cy="0"/>
        </a:xfrm>
      </p:grpSpPr>
      <p:sp>
        <p:nvSpPr>
          <p:cNvPr id="166" name="Google Shape;166;p14"/>
          <p:cNvSpPr txBox="1">
            <a:spLocks noGrp="1"/>
          </p:cNvSpPr>
          <p:nvPr>
            <p:ph type="title"/>
          </p:nvPr>
        </p:nvSpPr>
        <p:spPr>
          <a:xfrm>
            <a:off x="1321950" y="2701863"/>
            <a:ext cx="6500100" cy="713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67" name="Google Shape;167;p14"/>
          <p:cNvSpPr txBox="1">
            <a:spLocks noGrp="1"/>
          </p:cNvSpPr>
          <p:nvPr>
            <p:ph type="title" idx="2" hasCustomPrompt="1"/>
          </p:nvPr>
        </p:nvSpPr>
        <p:spPr>
          <a:xfrm>
            <a:off x="3246600" y="1760663"/>
            <a:ext cx="26508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5000">
                <a:solidFill>
                  <a:schemeClr val="accent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68" name="Google Shape;168;p14"/>
          <p:cNvSpPr txBox="1">
            <a:spLocks noGrp="1"/>
          </p:cNvSpPr>
          <p:nvPr>
            <p:ph type="subTitle" idx="1"/>
          </p:nvPr>
        </p:nvSpPr>
        <p:spPr>
          <a:xfrm>
            <a:off x="1321950" y="3534088"/>
            <a:ext cx="6500100" cy="29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69" name="Google Shape;169;p14"/>
          <p:cNvSpPr/>
          <p:nvPr/>
        </p:nvSpPr>
        <p:spPr>
          <a:xfrm>
            <a:off x="134925" y="1058225"/>
            <a:ext cx="1194000" cy="139200"/>
          </a:xfrm>
          <a:prstGeom prst="roundRect">
            <a:avLst>
              <a:gd name="adj" fmla="val 50000"/>
            </a:avLst>
          </a:prstGeom>
          <a:gradFill>
            <a:gsLst>
              <a:gs pos="0">
                <a:schemeClr val="lt1"/>
              </a:gs>
              <a:gs pos="60000">
                <a:schemeClr val="accent1"/>
              </a:gs>
              <a:gs pos="100000">
                <a:schemeClr val="accen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4"/>
          <p:cNvSpPr/>
          <p:nvPr/>
        </p:nvSpPr>
        <p:spPr>
          <a:xfrm>
            <a:off x="7256600" y="87675"/>
            <a:ext cx="385800" cy="385800"/>
          </a:xfrm>
          <a:prstGeom prst="ellipse">
            <a:avLst/>
          </a:prstGeom>
          <a:gradFill>
            <a:gsLst>
              <a:gs pos="0">
                <a:schemeClr val="accent1"/>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4"/>
          <p:cNvSpPr txBox="1">
            <a:spLocks noGrp="1"/>
          </p:cNvSpPr>
          <p:nvPr>
            <p:ph type="title" idx="3"/>
          </p:nvPr>
        </p:nvSpPr>
        <p:spPr>
          <a:xfrm>
            <a:off x="1321950" y="2701863"/>
            <a:ext cx="6500100" cy="713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2">
  <p:cSld name="CUSTOM_4">
    <p:spTree>
      <p:nvGrpSpPr>
        <p:cNvPr id="1" name="Shape 189"/>
        <p:cNvGrpSpPr/>
        <p:nvPr/>
      </p:nvGrpSpPr>
      <p:grpSpPr>
        <a:xfrm>
          <a:off x="0" y="0"/>
          <a:ext cx="0" cy="0"/>
          <a:chOff x="0" y="0"/>
          <a:chExt cx="0" cy="0"/>
        </a:xfrm>
      </p:grpSpPr>
      <p:sp>
        <p:nvSpPr>
          <p:cNvPr id="190" name="Google Shape;190;p17"/>
          <p:cNvSpPr txBox="1">
            <a:spLocks noGrp="1"/>
          </p:cNvSpPr>
          <p:nvPr>
            <p:ph type="title"/>
          </p:nvPr>
        </p:nvSpPr>
        <p:spPr>
          <a:xfrm>
            <a:off x="5755913" y="1728875"/>
            <a:ext cx="2575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91" name="Google Shape;191;p17"/>
          <p:cNvSpPr txBox="1">
            <a:spLocks noGrp="1"/>
          </p:cNvSpPr>
          <p:nvPr>
            <p:ph type="subTitle" idx="1"/>
          </p:nvPr>
        </p:nvSpPr>
        <p:spPr>
          <a:xfrm>
            <a:off x="5755913" y="2508310"/>
            <a:ext cx="2575500" cy="906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92" name="Google Shape;192;p17"/>
          <p:cNvSpPr/>
          <p:nvPr/>
        </p:nvSpPr>
        <p:spPr>
          <a:xfrm rot="5400000">
            <a:off x="7366350" y="3304425"/>
            <a:ext cx="2847600" cy="139200"/>
          </a:xfrm>
          <a:prstGeom prst="roundRect">
            <a:avLst>
              <a:gd name="adj" fmla="val 50000"/>
            </a:avLst>
          </a:prstGeom>
          <a:gradFill>
            <a:gsLst>
              <a:gs pos="0">
                <a:schemeClr val="lt1"/>
              </a:gs>
              <a:gs pos="60000">
                <a:schemeClr val="accent1"/>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7"/>
          <p:cNvSpPr/>
          <p:nvPr/>
        </p:nvSpPr>
        <p:spPr>
          <a:xfrm rot="629">
            <a:off x="1852278" y="4829301"/>
            <a:ext cx="1638600" cy="139200"/>
          </a:xfrm>
          <a:prstGeom prst="roundRect">
            <a:avLst>
              <a:gd name="adj" fmla="val 50000"/>
            </a:avLst>
          </a:prstGeom>
          <a:gradFill>
            <a:gsLst>
              <a:gs pos="0">
                <a:schemeClr val="lt1"/>
              </a:gs>
              <a:gs pos="60000">
                <a:schemeClr val="accent3"/>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7"/>
          <p:cNvSpPr/>
          <p:nvPr/>
        </p:nvSpPr>
        <p:spPr>
          <a:xfrm>
            <a:off x="2833650" y="153600"/>
            <a:ext cx="385800" cy="385800"/>
          </a:xfrm>
          <a:prstGeom prst="ellipse">
            <a:avLst/>
          </a:prstGeom>
          <a:gradFill>
            <a:gsLst>
              <a:gs pos="0">
                <a:schemeClr val="accent1"/>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7"/>
          <p:cNvSpPr txBox="1">
            <a:spLocks noGrp="1"/>
          </p:cNvSpPr>
          <p:nvPr>
            <p:ph type="title" idx="2"/>
          </p:nvPr>
        </p:nvSpPr>
        <p:spPr>
          <a:xfrm>
            <a:off x="5755913" y="1728875"/>
            <a:ext cx="2575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1">
  <p:cSld name="CUSTOM_4_1">
    <p:spTree>
      <p:nvGrpSpPr>
        <p:cNvPr id="1" name="Shape 196"/>
        <p:cNvGrpSpPr/>
        <p:nvPr/>
      </p:nvGrpSpPr>
      <p:grpSpPr>
        <a:xfrm>
          <a:off x="0" y="0"/>
          <a:ext cx="0" cy="0"/>
          <a:chOff x="0" y="0"/>
          <a:chExt cx="0" cy="0"/>
        </a:xfrm>
      </p:grpSpPr>
      <p:sp>
        <p:nvSpPr>
          <p:cNvPr id="197" name="Google Shape;197;p18"/>
          <p:cNvSpPr txBox="1">
            <a:spLocks noGrp="1"/>
          </p:cNvSpPr>
          <p:nvPr>
            <p:ph type="title"/>
          </p:nvPr>
        </p:nvSpPr>
        <p:spPr>
          <a:xfrm>
            <a:off x="896575" y="1142050"/>
            <a:ext cx="3835800" cy="17586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98" name="Google Shape;198;p18"/>
          <p:cNvSpPr txBox="1">
            <a:spLocks noGrp="1"/>
          </p:cNvSpPr>
          <p:nvPr>
            <p:ph type="subTitle" idx="1"/>
          </p:nvPr>
        </p:nvSpPr>
        <p:spPr>
          <a:xfrm>
            <a:off x="896575" y="3119150"/>
            <a:ext cx="3835800" cy="8823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accent1"/>
              </a:buClr>
              <a:buSzPts val="1600"/>
              <a:buChar char="●"/>
              <a:defRPr>
                <a:solidFill>
                  <a:schemeClr val="dk1"/>
                </a:solidFill>
              </a:defRPr>
            </a:lvl1pPr>
            <a:lvl2pPr lvl="1" algn="ctr" rtl="0">
              <a:lnSpc>
                <a:spcPct val="100000"/>
              </a:lnSpc>
              <a:spcBef>
                <a:spcPts val="1600"/>
              </a:spcBef>
              <a:spcAft>
                <a:spcPts val="0"/>
              </a:spcAft>
              <a:buSzPts val="1400"/>
              <a:buChar char="○"/>
              <a:defRPr/>
            </a:lvl2pPr>
            <a:lvl3pPr lvl="2" algn="ctr" rtl="0">
              <a:lnSpc>
                <a:spcPct val="100000"/>
              </a:lnSpc>
              <a:spcBef>
                <a:spcPts val="1600"/>
              </a:spcBef>
              <a:spcAft>
                <a:spcPts val="0"/>
              </a:spcAft>
              <a:buSzPts val="1400"/>
              <a:buChar char="■"/>
              <a:defRPr/>
            </a:lvl3pPr>
            <a:lvl4pPr lvl="3" algn="ctr" rtl="0">
              <a:lnSpc>
                <a:spcPct val="100000"/>
              </a:lnSpc>
              <a:spcBef>
                <a:spcPts val="1600"/>
              </a:spcBef>
              <a:spcAft>
                <a:spcPts val="0"/>
              </a:spcAft>
              <a:buSzPts val="1400"/>
              <a:buChar char="●"/>
              <a:defRPr/>
            </a:lvl4pPr>
            <a:lvl5pPr lvl="4" algn="ctr" rtl="0">
              <a:lnSpc>
                <a:spcPct val="100000"/>
              </a:lnSpc>
              <a:spcBef>
                <a:spcPts val="1600"/>
              </a:spcBef>
              <a:spcAft>
                <a:spcPts val="0"/>
              </a:spcAft>
              <a:buSzPts val="1400"/>
              <a:buChar char="○"/>
              <a:defRPr/>
            </a:lvl5pPr>
            <a:lvl6pPr lvl="5" algn="ctr" rtl="0">
              <a:lnSpc>
                <a:spcPct val="100000"/>
              </a:lnSpc>
              <a:spcBef>
                <a:spcPts val="1600"/>
              </a:spcBef>
              <a:spcAft>
                <a:spcPts val="0"/>
              </a:spcAft>
              <a:buSzPts val="1400"/>
              <a:buChar char="■"/>
              <a:defRPr/>
            </a:lvl6pPr>
            <a:lvl7pPr lvl="6" algn="ctr" rtl="0">
              <a:lnSpc>
                <a:spcPct val="100000"/>
              </a:lnSpc>
              <a:spcBef>
                <a:spcPts val="1600"/>
              </a:spcBef>
              <a:spcAft>
                <a:spcPts val="0"/>
              </a:spcAft>
              <a:buSzPts val="1400"/>
              <a:buChar char="●"/>
              <a:defRPr/>
            </a:lvl7pPr>
            <a:lvl8pPr lvl="7" algn="ctr" rtl="0">
              <a:lnSpc>
                <a:spcPct val="100000"/>
              </a:lnSpc>
              <a:spcBef>
                <a:spcPts val="1600"/>
              </a:spcBef>
              <a:spcAft>
                <a:spcPts val="0"/>
              </a:spcAft>
              <a:buSzPts val="1400"/>
              <a:buChar char="○"/>
              <a:defRPr/>
            </a:lvl8pPr>
            <a:lvl9pPr lvl="8" algn="ctr" rtl="0">
              <a:lnSpc>
                <a:spcPct val="100000"/>
              </a:lnSpc>
              <a:spcBef>
                <a:spcPts val="1600"/>
              </a:spcBef>
              <a:spcAft>
                <a:spcPts val="1600"/>
              </a:spcAft>
              <a:buSzPts val="1400"/>
              <a:buChar char="■"/>
              <a:defRPr/>
            </a:lvl9pPr>
          </a:lstStyle>
          <a:p>
            <a:endParaRPr/>
          </a:p>
        </p:txBody>
      </p:sp>
      <p:sp>
        <p:nvSpPr>
          <p:cNvPr id="199" name="Google Shape;199;p18"/>
          <p:cNvSpPr/>
          <p:nvPr/>
        </p:nvSpPr>
        <p:spPr>
          <a:xfrm>
            <a:off x="2051000" y="244750"/>
            <a:ext cx="2482500" cy="139200"/>
          </a:xfrm>
          <a:prstGeom prst="roundRect">
            <a:avLst>
              <a:gd name="adj" fmla="val 50000"/>
            </a:avLst>
          </a:prstGeom>
          <a:gradFill>
            <a:gsLst>
              <a:gs pos="0">
                <a:schemeClr val="lt1"/>
              </a:gs>
              <a:gs pos="60000">
                <a:schemeClr val="accent1"/>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8"/>
          <p:cNvSpPr/>
          <p:nvPr/>
        </p:nvSpPr>
        <p:spPr>
          <a:xfrm rot="5400819">
            <a:off x="-905450" y="3266850"/>
            <a:ext cx="2520000" cy="139200"/>
          </a:xfrm>
          <a:prstGeom prst="roundRect">
            <a:avLst>
              <a:gd name="adj" fmla="val 50000"/>
            </a:avLst>
          </a:prstGeom>
          <a:gradFill>
            <a:gsLst>
              <a:gs pos="0">
                <a:schemeClr val="lt1"/>
              </a:gs>
              <a:gs pos="60000">
                <a:schemeClr val="accent3"/>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8"/>
          <p:cNvSpPr/>
          <p:nvPr/>
        </p:nvSpPr>
        <p:spPr>
          <a:xfrm>
            <a:off x="8542950" y="2009875"/>
            <a:ext cx="385800" cy="385800"/>
          </a:xfrm>
          <a:prstGeom prst="ellipse">
            <a:avLst/>
          </a:prstGeom>
          <a:gradFill>
            <a:gsLst>
              <a:gs pos="0">
                <a:schemeClr val="accent2"/>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8"/>
          <p:cNvSpPr/>
          <p:nvPr/>
        </p:nvSpPr>
        <p:spPr>
          <a:xfrm>
            <a:off x="3503925" y="4657650"/>
            <a:ext cx="385800" cy="385800"/>
          </a:xfrm>
          <a:prstGeom prst="ellipse">
            <a:avLst/>
          </a:prstGeom>
          <a:gradFill>
            <a:gsLst>
              <a:gs pos="0">
                <a:schemeClr val="lt2"/>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3" name="Google Shape;203;p18"/>
          <p:cNvGrpSpPr/>
          <p:nvPr/>
        </p:nvGrpSpPr>
        <p:grpSpPr>
          <a:xfrm>
            <a:off x="-42250" y="-341200"/>
            <a:ext cx="1244672" cy="1146854"/>
            <a:chOff x="7487975" y="3200500"/>
            <a:chExt cx="1244672" cy="1146854"/>
          </a:xfrm>
        </p:grpSpPr>
        <p:sp>
          <p:nvSpPr>
            <p:cNvPr id="204" name="Google Shape;204;p18"/>
            <p:cNvSpPr/>
            <p:nvPr/>
          </p:nvSpPr>
          <p:spPr>
            <a:xfrm>
              <a:off x="7487975" y="3200500"/>
              <a:ext cx="1244672" cy="1146854"/>
            </a:xfrm>
            <a:custGeom>
              <a:avLst/>
              <a:gdLst/>
              <a:ahLst/>
              <a:cxnLst/>
              <a:rect l="l" t="t" r="r" b="b"/>
              <a:pathLst>
                <a:path w="60568" h="55808" extrusionOk="0">
                  <a:moveTo>
                    <a:pt x="19507" y="0"/>
                  </a:moveTo>
                  <a:cubicBezTo>
                    <a:pt x="18522" y="0"/>
                    <a:pt x="17011" y="589"/>
                    <a:pt x="14723" y="2027"/>
                  </a:cubicBezTo>
                  <a:lnTo>
                    <a:pt x="14856" y="1952"/>
                  </a:lnTo>
                  <a:lnTo>
                    <a:pt x="14856" y="1952"/>
                  </a:lnTo>
                  <a:cubicBezTo>
                    <a:pt x="5961" y="7269"/>
                    <a:pt x="0" y="16991"/>
                    <a:pt x="0" y="28108"/>
                  </a:cubicBezTo>
                  <a:cubicBezTo>
                    <a:pt x="0" y="44932"/>
                    <a:pt x="13638" y="55807"/>
                    <a:pt x="30461" y="55807"/>
                  </a:cubicBezTo>
                  <a:cubicBezTo>
                    <a:pt x="43425" y="55807"/>
                    <a:pt x="54497" y="49451"/>
                    <a:pt x="58894" y="38754"/>
                  </a:cubicBezTo>
                  <a:cubicBezTo>
                    <a:pt x="59386" y="37556"/>
                    <a:pt x="59750" y="36306"/>
                    <a:pt x="60018" y="35040"/>
                  </a:cubicBezTo>
                  <a:cubicBezTo>
                    <a:pt x="60475" y="32880"/>
                    <a:pt x="60568" y="31598"/>
                    <a:pt x="59892" y="30967"/>
                  </a:cubicBezTo>
                  <a:lnTo>
                    <a:pt x="59810" y="30900"/>
                  </a:lnTo>
                  <a:lnTo>
                    <a:pt x="20543" y="337"/>
                  </a:lnTo>
                  <a:lnTo>
                    <a:pt x="20544" y="335"/>
                  </a:lnTo>
                  <a:cubicBezTo>
                    <a:pt x="20290" y="120"/>
                    <a:pt x="19952" y="0"/>
                    <a:pt x="19507" y="0"/>
                  </a:cubicBez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8"/>
            <p:cNvSpPr/>
            <p:nvPr/>
          </p:nvSpPr>
          <p:spPr>
            <a:xfrm>
              <a:off x="7525458" y="3223845"/>
              <a:ext cx="1167528" cy="1086026"/>
            </a:xfrm>
            <a:custGeom>
              <a:avLst/>
              <a:gdLst/>
              <a:ahLst/>
              <a:cxnLst/>
              <a:rect l="l" t="t" r="r" b="b"/>
              <a:pathLst>
                <a:path w="56814" h="52848" extrusionOk="0">
                  <a:moveTo>
                    <a:pt x="19219" y="0"/>
                  </a:moveTo>
                  <a:cubicBezTo>
                    <a:pt x="18944" y="8"/>
                    <a:pt x="16401" y="855"/>
                    <a:pt x="13965" y="2375"/>
                  </a:cubicBezTo>
                  <a:lnTo>
                    <a:pt x="13968" y="2381"/>
                  </a:lnTo>
                  <a:cubicBezTo>
                    <a:pt x="5353" y="7531"/>
                    <a:pt x="0" y="16953"/>
                    <a:pt x="0" y="26972"/>
                  </a:cubicBezTo>
                  <a:cubicBezTo>
                    <a:pt x="0" y="34512"/>
                    <a:pt x="2870" y="41009"/>
                    <a:pt x="8299" y="45758"/>
                  </a:cubicBezTo>
                  <a:cubicBezTo>
                    <a:pt x="13525" y="50331"/>
                    <a:pt x="20749" y="52848"/>
                    <a:pt x="28637" y="52848"/>
                  </a:cubicBezTo>
                  <a:cubicBezTo>
                    <a:pt x="41098" y="52848"/>
                    <a:pt x="51346" y="46747"/>
                    <a:pt x="55384" y="36925"/>
                  </a:cubicBezTo>
                  <a:cubicBezTo>
                    <a:pt x="55804" y="35902"/>
                    <a:pt x="56149" y="34759"/>
                    <a:pt x="56410" y="33526"/>
                  </a:cubicBezTo>
                  <a:cubicBezTo>
                    <a:pt x="56739" y="31972"/>
                    <a:pt x="56814" y="29076"/>
                    <a:pt x="56777" y="28823"/>
                  </a:cubicBezTo>
                  <a:lnTo>
                    <a:pt x="1921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8"/>
            <p:cNvSpPr/>
            <p:nvPr/>
          </p:nvSpPr>
          <p:spPr>
            <a:xfrm>
              <a:off x="7596210" y="3493542"/>
              <a:ext cx="895014" cy="750753"/>
            </a:xfrm>
            <a:custGeom>
              <a:avLst/>
              <a:gdLst/>
              <a:ahLst/>
              <a:cxnLst/>
              <a:rect l="l" t="t" r="r" b="b"/>
              <a:pathLst>
                <a:path w="43553" h="36533" extrusionOk="0">
                  <a:moveTo>
                    <a:pt x="4134" y="1"/>
                  </a:moveTo>
                  <a:cubicBezTo>
                    <a:pt x="3396" y="1126"/>
                    <a:pt x="2338" y="2964"/>
                    <a:pt x="1489" y="5320"/>
                  </a:cubicBezTo>
                  <a:cubicBezTo>
                    <a:pt x="501" y="8060"/>
                    <a:pt x="1" y="10906"/>
                    <a:pt x="1" y="13778"/>
                  </a:cubicBezTo>
                  <a:cubicBezTo>
                    <a:pt x="1" y="20410"/>
                    <a:pt x="2525" y="26124"/>
                    <a:pt x="7302" y="30302"/>
                  </a:cubicBezTo>
                  <a:cubicBezTo>
                    <a:pt x="8902" y="31702"/>
                    <a:pt x="10723" y="32891"/>
                    <a:pt x="12714" y="33837"/>
                  </a:cubicBezTo>
                  <a:cubicBezTo>
                    <a:pt x="14363" y="34619"/>
                    <a:pt x="16148" y="35243"/>
                    <a:pt x="18017" y="35693"/>
                  </a:cubicBezTo>
                  <a:cubicBezTo>
                    <a:pt x="20335" y="36249"/>
                    <a:pt x="22736" y="36533"/>
                    <a:pt x="25154" y="36533"/>
                  </a:cubicBezTo>
                  <a:lnTo>
                    <a:pt x="25162" y="36533"/>
                  </a:lnTo>
                  <a:cubicBezTo>
                    <a:pt x="26403" y="36532"/>
                    <a:pt x="29307" y="36531"/>
                    <a:pt x="32720" y="35700"/>
                  </a:cubicBezTo>
                  <a:cubicBezTo>
                    <a:pt x="36969" y="34665"/>
                    <a:pt x="40613" y="32707"/>
                    <a:pt x="43553" y="29878"/>
                  </a:cubicBezTo>
                  <a:lnTo>
                    <a:pt x="43295" y="29610"/>
                  </a:lnTo>
                  <a:cubicBezTo>
                    <a:pt x="38780" y="33954"/>
                    <a:pt x="32679" y="36158"/>
                    <a:pt x="25162" y="36160"/>
                  </a:cubicBezTo>
                  <a:lnTo>
                    <a:pt x="25154" y="36160"/>
                  </a:lnTo>
                  <a:cubicBezTo>
                    <a:pt x="21194" y="36160"/>
                    <a:pt x="13650" y="35360"/>
                    <a:pt x="7547" y="30022"/>
                  </a:cubicBezTo>
                  <a:cubicBezTo>
                    <a:pt x="2854" y="25917"/>
                    <a:pt x="373" y="20299"/>
                    <a:pt x="373" y="13778"/>
                  </a:cubicBezTo>
                  <a:cubicBezTo>
                    <a:pt x="373" y="7374"/>
                    <a:pt x="2924" y="2525"/>
                    <a:pt x="4446" y="204"/>
                  </a:cubicBezTo>
                  <a:lnTo>
                    <a:pt x="41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8"/>
            <p:cNvSpPr/>
            <p:nvPr/>
          </p:nvSpPr>
          <p:spPr>
            <a:xfrm>
              <a:off x="8504483" y="4046047"/>
              <a:ext cx="47532" cy="47512"/>
            </a:xfrm>
            <a:custGeom>
              <a:avLst/>
              <a:gdLst/>
              <a:ahLst/>
              <a:cxnLst/>
              <a:rect l="l" t="t" r="r" b="b"/>
              <a:pathLst>
                <a:path w="2313" h="2312" extrusionOk="0">
                  <a:moveTo>
                    <a:pt x="1157" y="1"/>
                  </a:moveTo>
                  <a:cubicBezTo>
                    <a:pt x="519" y="1"/>
                    <a:pt x="0" y="518"/>
                    <a:pt x="0" y="1157"/>
                  </a:cubicBezTo>
                  <a:cubicBezTo>
                    <a:pt x="0" y="1795"/>
                    <a:pt x="519" y="2312"/>
                    <a:pt x="1157" y="2312"/>
                  </a:cubicBezTo>
                  <a:cubicBezTo>
                    <a:pt x="1795" y="2312"/>
                    <a:pt x="2313" y="1795"/>
                    <a:pt x="2313" y="1157"/>
                  </a:cubicBezTo>
                  <a:cubicBezTo>
                    <a:pt x="2313" y="518"/>
                    <a:pt x="1795" y="1"/>
                    <a:pt x="11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8"/>
            <p:cNvSpPr/>
            <p:nvPr/>
          </p:nvSpPr>
          <p:spPr>
            <a:xfrm>
              <a:off x="7694807" y="3427042"/>
              <a:ext cx="47532" cy="47532"/>
            </a:xfrm>
            <a:custGeom>
              <a:avLst/>
              <a:gdLst/>
              <a:ahLst/>
              <a:cxnLst/>
              <a:rect l="l" t="t" r="r" b="b"/>
              <a:pathLst>
                <a:path w="2313" h="2313" extrusionOk="0">
                  <a:moveTo>
                    <a:pt x="1156" y="0"/>
                  </a:moveTo>
                  <a:cubicBezTo>
                    <a:pt x="517" y="0"/>
                    <a:pt x="0" y="519"/>
                    <a:pt x="0" y="1156"/>
                  </a:cubicBezTo>
                  <a:cubicBezTo>
                    <a:pt x="0" y="1795"/>
                    <a:pt x="517" y="2313"/>
                    <a:pt x="1156" y="2313"/>
                  </a:cubicBezTo>
                  <a:cubicBezTo>
                    <a:pt x="1794" y="2313"/>
                    <a:pt x="2313" y="1795"/>
                    <a:pt x="2313" y="1156"/>
                  </a:cubicBezTo>
                  <a:cubicBezTo>
                    <a:pt x="2313" y="519"/>
                    <a:pt x="1794" y="0"/>
                    <a:pt x="11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8"/>
            <p:cNvSpPr/>
            <p:nvPr/>
          </p:nvSpPr>
          <p:spPr>
            <a:xfrm>
              <a:off x="8590976" y="3796571"/>
              <a:ext cx="48354" cy="183265"/>
            </a:xfrm>
            <a:custGeom>
              <a:avLst/>
              <a:gdLst/>
              <a:ahLst/>
              <a:cxnLst/>
              <a:rect l="l" t="t" r="r" b="b"/>
              <a:pathLst>
                <a:path w="2353" h="8918" extrusionOk="0">
                  <a:moveTo>
                    <a:pt x="1980" y="1"/>
                  </a:moveTo>
                  <a:cubicBezTo>
                    <a:pt x="1855" y="3012"/>
                    <a:pt x="1189" y="5963"/>
                    <a:pt x="0" y="8772"/>
                  </a:cubicBezTo>
                  <a:lnTo>
                    <a:pt x="344" y="8918"/>
                  </a:lnTo>
                  <a:cubicBezTo>
                    <a:pt x="1549" y="6067"/>
                    <a:pt x="2225" y="3072"/>
                    <a:pt x="2353" y="16"/>
                  </a:cubicBezTo>
                  <a:lnTo>
                    <a:pt x="198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8"/>
            <p:cNvSpPr/>
            <p:nvPr/>
          </p:nvSpPr>
          <p:spPr>
            <a:xfrm>
              <a:off x="7777252" y="3266712"/>
              <a:ext cx="175415" cy="110600"/>
            </a:xfrm>
            <a:custGeom>
              <a:avLst/>
              <a:gdLst/>
              <a:ahLst/>
              <a:cxnLst/>
              <a:rect l="l" t="t" r="r" b="b"/>
              <a:pathLst>
                <a:path w="8536" h="5382" extrusionOk="0">
                  <a:moveTo>
                    <a:pt x="8408" y="1"/>
                  </a:moveTo>
                  <a:cubicBezTo>
                    <a:pt x="6623" y="657"/>
                    <a:pt x="4905" y="1518"/>
                    <a:pt x="3303" y="2559"/>
                  </a:cubicBezTo>
                  <a:cubicBezTo>
                    <a:pt x="2140" y="3314"/>
                    <a:pt x="1029" y="4171"/>
                    <a:pt x="1" y="5105"/>
                  </a:cubicBezTo>
                  <a:lnTo>
                    <a:pt x="251" y="5382"/>
                  </a:lnTo>
                  <a:cubicBezTo>
                    <a:pt x="2687" y="3168"/>
                    <a:pt x="5474" y="1477"/>
                    <a:pt x="8535" y="351"/>
                  </a:cubicBezTo>
                  <a:lnTo>
                    <a:pt x="84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8"/>
            <p:cNvSpPr/>
            <p:nvPr/>
          </p:nvSpPr>
          <p:spPr>
            <a:xfrm>
              <a:off x="7910106" y="3207384"/>
              <a:ext cx="808663" cy="631132"/>
            </a:xfrm>
            <a:custGeom>
              <a:avLst/>
              <a:gdLst/>
              <a:ahLst/>
              <a:cxnLst/>
              <a:rect l="l" t="t" r="r" b="b"/>
              <a:pathLst>
                <a:path w="39351" h="30712" extrusionOk="0">
                  <a:moveTo>
                    <a:pt x="2" y="0"/>
                  </a:moveTo>
                  <a:lnTo>
                    <a:pt x="1" y="2"/>
                  </a:lnTo>
                  <a:lnTo>
                    <a:pt x="23" y="19"/>
                  </a:lnTo>
                  <a:lnTo>
                    <a:pt x="23" y="19"/>
                  </a:lnTo>
                  <a:cubicBezTo>
                    <a:pt x="16" y="13"/>
                    <a:pt x="9" y="7"/>
                    <a:pt x="2" y="0"/>
                  </a:cubicBezTo>
                  <a:close/>
                  <a:moveTo>
                    <a:pt x="39183" y="30499"/>
                  </a:moveTo>
                  <a:lnTo>
                    <a:pt x="39268" y="30565"/>
                  </a:lnTo>
                  <a:lnTo>
                    <a:pt x="39351" y="30632"/>
                  </a:lnTo>
                  <a:cubicBezTo>
                    <a:pt x="39299" y="30584"/>
                    <a:pt x="39243" y="30539"/>
                    <a:pt x="39183" y="30499"/>
                  </a:cubicBezTo>
                  <a:close/>
                  <a:moveTo>
                    <a:pt x="23" y="19"/>
                  </a:moveTo>
                  <a:cubicBezTo>
                    <a:pt x="509" y="450"/>
                    <a:pt x="678" y="1242"/>
                    <a:pt x="702" y="2218"/>
                  </a:cubicBezTo>
                  <a:cubicBezTo>
                    <a:pt x="1716" y="18125"/>
                    <a:pt x="14938" y="30712"/>
                    <a:pt x="31101" y="30712"/>
                  </a:cubicBezTo>
                  <a:cubicBezTo>
                    <a:pt x="32952" y="30712"/>
                    <a:pt x="34764" y="30545"/>
                    <a:pt x="36525" y="30227"/>
                  </a:cubicBezTo>
                  <a:cubicBezTo>
                    <a:pt x="36943" y="30179"/>
                    <a:pt x="37315" y="30154"/>
                    <a:pt x="37645" y="30154"/>
                  </a:cubicBezTo>
                  <a:cubicBezTo>
                    <a:pt x="38329" y="30154"/>
                    <a:pt x="38831" y="30262"/>
                    <a:pt x="39183" y="30499"/>
                  </a:cubicBezTo>
                  <a:lnTo>
                    <a:pt x="39183" y="30499"/>
                  </a:lnTo>
                  <a:lnTo>
                    <a:pt x="23" y="19"/>
                  </a:ln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2" name="Google Shape;212;p18"/>
          <p:cNvSpPr txBox="1">
            <a:spLocks noGrp="1"/>
          </p:cNvSpPr>
          <p:nvPr>
            <p:ph type="title" idx="2"/>
          </p:nvPr>
        </p:nvSpPr>
        <p:spPr>
          <a:xfrm>
            <a:off x="896575" y="1142050"/>
            <a:ext cx="3835800" cy="17586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13" name="Google Shape;213;p18"/>
          <p:cNvSpPr/>
          <p:nvPr/>
        </p:nvSpPr>
        <p:spPr>
          <a:xfrm>
            <a:off x="5919000" y="291000"/>
            <a:ext cx="3225000" cy="48525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8"/>
          <p:cNvSpPr/>
          <p:nvPr/>
        </p:nvSpPr>
        <p:spPr>
          <a:xfrm>
            <a:off x="5631850" y="0"/>
            <a:ext cx="3225000" cy="4852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2">
  <p:cSld name="CUSTOM_4_1_1">
    <p:spTree>
      <p:nvGrpSpPr>
        <p:cNvPr id="1" name="Shape 215"/>
        <p:cNvGrpSpPr/>
        <p:nvPr/>
      </p:nvGrpSpPr>
      <p:grpSpPr>
        <a:xfrm>
          <a:off x="0" y="0"/>
          <a:ext cx="0" cy="0"/>
          <a:chOff x="0" y="0"/>
          <a:chExt cx="0" cy="0"/>
        </a:xfrm>
      </p:grpSpPr>
      <p:sp>
        <p:nvSpPr>
          <p:cNvPr id="216" name="Google Shape;216;p19"/>
          <p:cNvSpPr txBox="1">
            <a:spLocks noGrp="1"/>
          </p:cNvSpPr>
          <p:nvPr>
            <p:ph type="title"/>
          </p:nvPr>
        </p:nvSpPr>
        <p:spPr>
          <a:xfrm>
            <a:off x="713100" y="539400"/>
            <a:ext cx="7717800" cy="555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17" name="Google Shape;217;p19"/>
          <p:cNvSpPr txBox="1">
            <a:spLocks noGrp="1"/>
          </p:cNvSpPr>
          <p:nvPr>
            <p:ph type="subTitle" idx="1"/>
          </p:nvPr>
        </p:nvSpPr>
        <p:spPr>
          <a:xfrm>
            <a:off x="717700" y="1265325"/>
            <a:ext cx="5007900" cy="325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600"/>
              <a:buChar char="●"/>
              <a:defRPr>
                <a:solidFill>
                  <a:schemeClr val="dk1"/>
                </a:solidFill>
              </a:defRPr>
            </a:lvl1pPr>
            <a:lvl2pPr lvl="1" algn="ctr" rtl="0">
              <a:lnSpc>
                <a:spcPct val="100000"/>
              </a:lnSpc>
              <a:spcBef>
                <a:spcPts val="0"/>
              </a:spcBef>
              <a:spcAft>
                <a:spcPts val="0"/>
              </a:spcAft>
              <a:buSzPts val="1400"/>
              <a:buChar char="○"/>
              <a:defRPr/>
            </a:lvl2pPr>
            <a:lvl3pPr lvl="2" algn="ctr" rtl="0">
              <a:lnSpc>
                <a:spcPct val="100000"/>
              </a:lnSpc>
              <a:spcBef>
                <a:spcPts val="1600"/>
              </a:spcBef>
              <a:spcAft>
                <a:spcPts val="0"/>
              </a:spcAft>
              <a:buSzPts val="1400"/>
              <a:buChar char="■"/>
              <a:defRPr/>
            </a:lvl3pPr>
            <a:lvl4pPr lvl="3" algn="ctr" rtl="0">
              <a:lnSpc>
                <a:spcPct val="100000"/>
              </a:lnSpc>
              <a:spcBef>
                <a:spcPts val="1600"/>
              </a:spcBef>
              <a:spcAft>
                <a:spcPts val="0"/>
              </a:spcAft>
              <a:buSzPts val="1400"/>
              <a:buChar char="●"/>
              <a:defRPr/>
            </a:lvl4pPr>
            <a:lvl5pPr lvl="4" algn="ctr" rtl="0">
              <a:lnSpc>
                <a:spcPct val="100000"/>
              </a:lnSpc>
              <a:spcBef>
                <a:spcPts val="1600"/>
              </a:spcBef>
              <a:spcAft>
                <a:spcPts val="0"/>
              </a:spcAft>
              <a:buSzPts val="1400"/>
              <a:buChar char="○"/>
              <a:defRPr/>
            </a:lvl5pPr>
            <a:lvl6pPr lvl="5" algn="ctr" rtl="0">
              <a:lnSpc>
                <a:spcPct val="100000"/>
              </a:lnSpc>
              <a:spcBef>
                <a:spcPts val="1600"/>
              </a:spcBef>
              <a:spcAft>
                <a:spcPts val="0"/>
              </a:spcAft>
              <a:buSzPts val="1400"/>
              <a:buChar char="■"/>
              <a:defRPr/>
            </a:lvl6pPr>
            <a:lvl7pPr lvl="6" algn="ctr" rtl="0">
              <a:lnSpc>
                <a:spcPct val="100000"/>
              </a:lnSpc>
              <a:spcBef>
                <a:spcPts val="1600"/>
              </a:spcBef>
              <a:spcAft>
                <a:spcPts val="0"/>
              </a:spcAft>
              <a:buSzPts val="1400"/>
              <a:buChar char="●"/>
              <a:defRPr/>
            </a:lvl7pPr>
            <a:lvl8pPr lvl="7" algn="ctr" rtl="0">
              <a:lnSpc>
                <a:spcPct val="100000"/>
              </a:lnSpc>
              <a:spcBef>
                <a:spcPts val="1600"/>
              </a:spcBef>
              <a:spcAft>
                <a:spcPts val="0"/>
              </a:spcAft>
              <a:buSzPts val="1400"/>
              <a:buChar char="○"/>
              <a:defRPr/>
            </a:lvl8pPr>
            <a:lvl9pPr lvl="8" algn="ctr" rtl="0">
              <a:lnSpc>
                <a:spcPct val="100000"/>
              </a:lnSpc>
              <a:spcBef>
                <a:spcPts val="1600"/>
              </a:spcBef>
              <a:spcAft>
                <a:spcPts val="1600"/>
              </a:spcAft>
              <a:buSzPts val="1400"/>
              <a:buChar char="■"/>
              <a:defRPr/>
            </a:lvl9pPr>
          </a:lstStyle>
          <a:p>
            <a:endParaRPr/>
          </a:p>
        </p:txBody>
      </p:sp>
      <p:sp>
        <p:nvSpPr>
          <p:cNvPr id="218" name="Google Shape;218;p19"/>
          <p:cNvSpPr/>
          <p:nvPr/>
        </p:nvSpPr>
        <p:spPr>
          <a:xfrm>
            <a:off x="4365975" y="4826300"/>
            <a:ext cx="4254300" cy="139200"/>
          </a:xfrm>
          <a:prstGeom prst="roundRect">
            <a:avLst>
              <a:gd name="adj" fmla="val 50000"/>
            </a:avLst>
          </a:prstGeom>
          <a:gradFill>
            <a:gsLst>
              <a:gs pos="0">
                <a:schemeClr val="lt1"/>
              </a:gs>
              <a:gs pos="60000">
                <a:schemeClr val="accent1"/>
              </a:gs>
              <a:gs pos="100000">
                <a:schemeClr val="accen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19"/>
          <p:cNvSpPr/>
          <p:nvPr/>
        </p:nvSpPr>
        <p:spPr>
          <a:xfrm rot="593">
            <a:off x="147297" y="190625"/>
            <a:ext cx="1738800" cy="139200"/>
          </a:xfrm>
          <a:prstGeom prst="roundRect">
            <a:avLst>
              <a:gd name="adj" fmla="val 50000"/>
            </a:avLst>
          </a:prstGeom>
          <a:gradFill>
            <a:gsLst>
              <a:gs pos="0">
                <a:schemeClr val="lt1"/>
              </a:gs>
              <a:gs pos="60000">
                <a:schemeClr val="accent3"/>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0" name="Google Shape;220;p19"/>
          <p:cNvGrpSpPr/>
          <p:nvPr/>
        </p:nvGrpSpPr>
        <p:grpSpPr>
          <a:xfrm flipH="1">
            <a:off x="8087175" y="1563125"/>
            <a:ext cx="1244672" cy="1146854"/>
            <a:chOff x="7487975" y="3200500"/>
            <a:chExt cx="1244672" cy="1146854"/>
          </a:xfrm>
        </p:grpSpPr>
        <p:sp>
          <p:nvSpPr>
            <p:cNvPr id="221" name="Google Shape;221;p19"/>
            <p:cNvSpPr/>
            <p:nvPr/>
          </p:nvSpPr>
          <p:spPr>
            <a:xfrm>
              <a:off x="7487975" y="3200500"/>
              <a:ext cx="1244672" cy="1146854"/>
            </a:xfrm>
            <a:custGeom>
              <a:avLst/>
              <a:gdLst/>
              <a:ahLst/>
              <a:cxnLst/>
              <a:rect l="l" t="t" r="r" b="b"/>
              <a:pathLst>
                <a:path w="60568" h="55808" extrusionOk="0">
                  <a:moveTo>
                    <a:pt x="19507" y="0"/>
                  </a:moveTo>
                  <a:cubicBezTo>
                    <a:pt x="18522" y="0"/>
                    <a:pt x="17011" y="589"/>
                    <a:pt x="14723" y="2027"/>
                  </a:cubicBezTo>
                  <a:lnTo>
                    <a:pt x="14856" y="1952"/>
                  </a:lnTo>
                  <a:lnTo>
                    <a:pt x="14856" y="1952"/>
                  </a:lnTo>
                  <a:cubicBezTo>
                    <a:pt x="5961" y="7269"/>
                    <a:pt x="0" y="16991"/>
                    <a:pt x="0" y="28108"/>
                  </a:cubicBezTo>
                  <a:cubicBezTo>
                    <a:pt x="0" y="44932"/>
                    <a:pt x="13638" y="55807"/>
                    <a:pt x="30461" y="55807"/>
                  </a:cubicBezTo>
                  <a:cubicBezTo>
                    <a:pt x="43425" y="55807"/>
                    <a:pt x="54497" y="49451"/>
                    <a:pt x="58894" y="38754"/>
                  </a:cubicBezTo>
                  <a:cubicBezTo>
                    <a:pt x="59386" y="37556"/>
                    <a:pt x="59750" y="36306"/>
                    <a:pt x="60018" y="35040"/>
                  </a:cubicBezTo>
                  <a:cubicBezTo>
                    <a:pt x="60475" y="32880"/>
                    <a:pt x="60568" y="31598"/>
                    <a:pt x="59892" y="30967"/>
                  </a:cubicBezTo>
                  <a:lnTo>
                    <a:pt x="59810" y="30900"/>
                  </a:lnTo>
                  <a:lnTo>
                    <a:pt x="20543" y="337"/>
                  </a:lnTo>
                  <a:lnTo>
                    <a:pt x="20544" y="335"/>
                  </a:lnTo>
                  <a:cubicBezTo>
                    <a:pt x="20290" y="120"/>
                    <a:pt x="19952" y="0"/>
                    <a:pt x="19507" y="0"/>
                  </a:cubicBez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9"/>
            <p:cNvSpPr/>
            <p:nvPr/>
          </p:nvSpPr>
          <p:spPr>
            <a:xfrm>
              <a:off x="7525458" y="3223845"/>
              <a:ext cx="1167528" cy="1086026"/>
            </a:xfrm>
            <a:custGeom>
              <a:avLst/>
              <a:gdLst/>
              <a:ahLst/>
              <a:cxnLst/>
              <a:rect l="l" t="t" r="r" b="b"/>
              <a:pathLst>
                <a:path w="56814" h="52848" extrusionOk="0">
                  <a:moveTo>
                    <a:pt x="19219" y="0"/>
                  </a:moveTo>
                  <a:cubicBezTo>
                    <a:pt x="18944" y="8"/>
                    <a:pt x="16401" y="855"/>
                    <a:pt x="13965" y="2375"/>
                  </a:cubicBezTo>
                  <a:lnTo>
                    <a:pt x="13968" y="2381"/>
                  </a:lnTo>
                  <a:cubicBezTo>
                    <a:pt x="5353" y="7531"/>
                    <a:pt x="0" y="16953"/>
                    <a:pt x="0" y="26972"/>
                  </a:cubicBezTo>
                  <a:cubicBezTo>
                    <a:pt x="0" y="34512"/>
                    <a:pt x="2870" y="41009"/>
                    <a:pt x="8299" y="45758"/>
                  </a:cubicBezTo>
                  <a:cubicBezTo>
                    <a:pt x="13525" y="50331"/>
                    <a:pt x="20749" y="52848"/>
                    <a:pt x="28637" y="52848"/>
                  </a:cubicBezTo>
                  <a:cubicBezTo>
                    <a:pt x="41098" y="52848"/>
                    <a:pt x="51346" y="46747"/>
                    <a:pt x="55384" y="36925"/>
                  </a:cubicBezTo>
                  <a:cubicBezTo>
                    <a:pt x="55804" y="35902"/>
                    <a:pt x="56149" y="34759"/>
                    <a:pt x="56410" y="33526"/>
                  </a:cubicBezTo>
                  <a:cubicBezTo>
                    <a:pt x="56739" y="31972"/>
                    <a:pt x="56814" y="29076"/>
                    <a:pt x="56777" y="28823"/>
                  </a:cubicBezTo>
                  <a:lnTo>
                    <a:pt x="1921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9"/>
            <p:cNvSpPr/>
            <p:nvPr/>
          </p:nvSpPr>
          <p:spPr>
            <a:xfrm>
              <a:off x="7596210" y="3493542"/>
              <a:ext cx="895014" cy="750753"/>
            </a:xfrm>
            <a:custGeom>
              <a:avLst/>
              <a:gdLst/>
              <a:ahLst/>
              <a:cxnLst/>
              <a:rect l="l" t="t" r="r" b="b"/>
              <a:pathLst>
                <a:path w="43553" h="36533" extrusionOk="0">
                  <a:moveTo>
                    <a:pt x="4134" y="1"/>
                  </a:moveTo>
                  <a:cubicBezTo>
                    <a:pt x="3396" y="1126"/>
                    <a:pt x="2338" y="2964"/>
                    <a:pt x="1489" y="5320"/>
                  </a:cubicBezTo>
                  <a:cubicBezTo>
                    <a:pt x="501" y="8060"/>
                    <a:pt x="1" y="10906"/>
                    <a:pt x="1" y="13778"/>
                  </a:cubicBezTo>
                  <a:cubicBezTo>
                    <a:pt x="1" y="20410"/>
                    <a:pt x="2525" y="26124"/>
                    <a:pt x="7302" y="30302"/>
                  </a:cubicBezTo>
                  <a:cubicBezTo>
                    <a:pt x="8902" y="31702"/>
                    <a:pt x="10723" y="32891"/>
                    <a:pt x="12714" y="33837"/>
                  </a:cubicBezTo>
                  <a:cubicBezTo>
                    <a:pt x="14363" y="34619"/>
                    <a:pt x="16148" y="35243"/>
                    <a:pt x="18017" y="35693"/>
                  </a:cubicBezTo>
                  <a:cubicBezTo>
                    <a:pt x="20335" y="36249"/>
                    <a:pt x="22736" y="36533"/>
                    <a:pt x="25154" y="36533"/>
                  </a:cubicBezTo>
                  <a:lnTo>
                    <a:pt x="25162" y="36533"/>
                  </a:lnTo>
                  <a:cubicBezTo>
                    <a:pt x="26403" y="36532"/>
                    <a:pt x="29307" y="36531"/>
                    <a:pt x="32720" y="35700"/>
                  </a:cubicBezTo>
                  <a:cubicBezTo>
                    <a:pt x="36969" y="34665"/>
                    <a:pt x="40613" y="32707"/>
                    <a:pt x="43553" y="29878"/>
                  </a:cubicBezTo>
                  <a:lnTo>
                    <a:pt x="43295" y="29610"/>
                  </a:lnTo>
                  <a:cubicBezTo>
                    <a:pt x="38780" y="33954"/>
                    <a:pt x="32679" y="36158"/>
                    <a:pt x="25162" y="36160"/>
                  </a:cubicBezTo>
                  <a:lnTo>
                    <a:pt x="25154" y="36160"/>
                  </a:lnTo>
                  <a:cubicBezTo>
                    <a:pt x="21194" y="36160"/>
                    <a:pt x="13650" y="35360"/>
                    <a:pt x="7547" y="30022"/>
                  </a:cubicBezTo>
                  <a:cubicBezTo>
                    <a:pt x="2854" y="25917"/>
                    <a:pt x="373" y="20299"/>
                    <a:pt x="373" y="13778"/>
                  </a:cubicBezTo>
                  <a:cubicBezTo>
                    <a:pt x="373" y="7374"/>
                    <a:pt x="2924" y="2525"/>
                    <a:pt x="4446" y="204"/>
                  </a:cubicBezTo>
                  <a:lnTo>
                    <a:pt x="41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9"/>
            <p:cNvSpPr/>
            <p:nvPr/>
          </p:nvSpPr>
          <p:spPr>
            <a:xfrm>
              <a:off x="8504483" y="4046047"/>
              <a:ext cx="47532" cy="47512"/>
            </a:xfrm>
            <a:custGeom>
              <a:avLst/>
              <a:gdLst/>
              <a:ahLst/>
              <a:cxnLst/>
              <a:rect l="l" t="t" r="r" b="b"/>
              <a:pathLst>
                <a:path w="2313" h="2312" extrusionOk="0">
                  <a:moveTo>
                    <a:pt x="1157" y="1"/>
                  </a:moveTo>
                  <a:cubicBezTo>
                    <a:pt x="519" y="1"/>
                    <a:pt x="0" y="518"/>
                    <a:pt x="0" y="1157"/>
                  </a:cubicBezTo>
                  <a:cubicBezTo>
                    <a:pt x="0" y="1795"/>
                    <a:pt x="519" y="2312"/>
                    <a:pt x="1157" y="2312"/>
                  </a:cubicBezTo>
                  <a:cubicBezTo>
                    <a:pt x="1795" y="2312"/>
                    <a:pt x="2313" y="1795"/>
                    <a:pt x="2313" y="1157"/>
                  </a:cubicBezTo>
                  <a:cubicBezTo>
                    <a:pt x="2313" y="518"/>
                    <a:pt x="1795" y="1"/>
                    <a:pt x="11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9"/>
            <p:cNvSpPr/>
            <p:nvPr/>
          </p:nvSpPr>
          <p:spPr>
            <a:xfrm>
              <a:off x="7694807" y="3427042"/>
              <a:ext cx="47532" cy="47532"/>
            </a:xfrm>
            <a:custGeom>
              <a:avLst/>
              <a:gdLst/>
              <a:ahLst/>
              <a:cxnLst/>
              <a:rect l="l" t="t" r="r" b="b"/>
              <a:pathLst>
                <a:path w="2313" h="2313" extrusionOk="0">
                  <a:moveTo>
                    <a:pt x="1156" y="0"/>
                  </a:moveTo>
                  <a:cubicBezTo>
                    <a:pt x="517" y="0"/>
                    <a:pt x="0" y="519"/>
                    <a:pt x="0" y="1156"/>
                  </a:cubicBezTo>
                  <a:cubicBezTo>
                    <a:pt x="0" y="1795"/>
                    <a:pt x="517" y="2313"/>
                    <a:pt x="1156" y="2313"/>
                  </a:cubicBezTo>
                  <a:cubicBezTo>
                    <a:pt x="1794" y="2313"/>
                    <a:pt x="2313" y="1795"/>
                    <a:pt x="2313" y="1156"/>
                  </a:cubicBezTo>
                  <a:cubicBezTo>
                    <a:pt x="2313" y="519"/>
                    <a:pt x="1794" y="0"/>
                    <a:pt x="11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9"/>
            <p:cNvSpPr/>
            <p:nvPr/>
          </p:nvSpPr>
          <p:spPr>
            <a:xfrm>
              <a:off x="8590976" y="3796571"/>
              <a:ext cx="48354" cy="183265"/>
            </a:xfrm>
            <a:custGeom>
              <a:avLst/>
              <a:gdLst/>
              <a:ahLst/>
              <a:cxnLst/>
              <a:rect l="l" t="t" r="r" b="b"/>
              <a:pathLst>
                <a:path w="2353" h="8918" extrusionOk="0">
                  <a:moveTo>
                    <a:pt x="1980" y="1"/>
                  </a:moveTo>
                  <a:cubicBezTo>
                    <a:pt x="1855" y="3012"/>
                    <a:pt x="1189" y="5963"/>
                    <a:pt x="0" y="8772"/>
                  </a:cubicBezTo>
                  <a:lnTo>
                    <a:pt x="344" y="8918"/>
                  </a:lnTo>
                  <a:cubicBezTo>
                    <a:pt x="1549" y="6067"/>
                    <a:pt x="2225" y="3072"/>
                    <a:pt x="2353" y="16"/>
                  </a:cubicBezTo>
                  <a:lnTo>
                    <a:pt x="198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9"/>
            <p:cNvSpPr/>
            <p:nvPr/>
          </p:nvSpPr>
          <p:spPr>
            <a:xfrm>
              <a:off x="7777252" y="3266712"/>
              <a:ext cx="175415" cy="110600"/>
            </a:xfrm>
            <a:custGeom>
              <a:avLst/>
              <a:gdLst/>
              <a:ahLst/>
              <a:cxnLst/>
              <a:rect l="l" t="t" r="r" b="b"/>
              <a:pathLst>
                <a:path w="8536" h="5382" extrusionOk="0">
                  <a:moveTo>
                    <a:pt x="8408" y="1"/>
                  </a:moveTo>
                  <a:cubicBezTo>
                    <a:pt x="6623" y="657"/>
                    <a:pt x="4905" y="1518"/>
                    <a:pt x="3303" y="2559"/>
                  </a:cubicBezTo>
                  <a:cubicBezTo>
                    <a:pt x="2140" y="3314"/>
                    <a:pt x="1029" y="4171"/>
                    <a:pt x="1" y="5105"/>
                  </a:cubicBezTo>
                  <a:lnTo>
                    <a:pt x="251" y="5382"/>
                  </a:lnTo>
                  <a:cubicBezTo>
                    <a:pt x="2687" y="3168"/>
                    <a:pt x="5474" y="1477"/>
                    <a:pt x="8535" y="351"/>
                  </a:cubicBezTo>
                  <a:lnTo>
                    <a:pt x="84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9"/>
            <p:cNvSpPr/>
            <p:nvPr/>
          </p:nvSpPr>
          <p:spPr>
            <a:xfrm>
              <a:off x="7910106" y="3207384"/>
              <a:ext cx="808663" cy="631132"/>
            </a:xfrm>
            <a:custGeom>
              <a:avLst/>
              <a:gdLst/>
              <a:ahLst/>
              <a:cxnLst/>
              <a:rect l="l" t="t" r="r" b="b"/>
              <a:pathLst>
                <a:path w="39351" h="30712" extrusionOk="0">
                  <a:moveTo>
                    <a:pt x="2" y="0"/>
                  </a:moveTo>
                  <a:lnTo>
                    <a:pt x="1" y="2"/>
                  </a:lnTo>
                  <a:lnTo>
                    <a:pt x="23" y="19"/>
                  </a:lnTo>
                  <a:lnTo>
                    <a:pt x="23" y="19"/>
                  </a:lnTo>
                  <a:cubicBezTo>
                    <a:pt x="16" y="13"/>
                    <a:pt x="9" y="7"/>
                    <a:pt x="2" y="0"/>
                  </a:cubicBezTo>
                  <a:close/>
                  <a:moveTo>
                    <a:pt x="39183" y="30499"/>
                  </a:moveTo>
                  <a:lnTo>
                    <a:pt x="39268" y="30565"/>
                  </a:lnTo>
                  <a:lnTo>
                    <a:pt x="39351" y="30632"/>
                  </a:lnTo>
                  <a:cubicBezTo>
                    <a:pt x="39299" y="30584"/>
                    <a:pt x="39243" y="30539"/>
                    <a:pt x="39183" y="30499"/>
                  </a:cubicBezTo>
                  <a:close/>
                  <a:moveTo>
                    <a:pt x="23" y="19"/>
                  </a:moveTo>
                  <a:cubicBezTo>
                    <a:pt x="509" y="450"/>
                    <a:pt x="678" y="1242"/>
                    <a:pt x="702" y="2218"/>
                  </a:cubicBezTo>
                  <a:cubicBezTo>
                    <a:pt x="1716" y="18125"/>
                    <a:pt x="14938" y="30712"/>
                    <a:pt x="31101" y="30712"/>
                  </a:cubicBezTo>
                  <a:cubicBezTo>
                    <a:pt x="32952" y="30712"/>
                    <a:pt x="34764" y="30545"/>
                    <a:pt x="36525" y="30227"/>
                  </a:cubicBezTo>
                  <a:cubicBezTo>
                    <a:pt x="36943" y="30179"/>
                    <a:pt x="37315" y="30154"/>
                    <a:pt x="37645" y="30154"/>
                  </a:cubicBezTo>
                  <a:cubicBezTo>
                    <a:pt x="38329" y="30154"/>
                    <a:pt x="38831" y="30262"/>
                    <a:pt x="39183" y="30499"/>
                  </a:cubicBezTo>
                  <a:lnTo>
                    <a:pt x="39183" y="30499"/>
                  </a:lnTo>
                  <a:lnTo>
                    <a:pt x="23" y="19"/>
                  </a:ln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9" name="Google Shape;229;p19"/>
          <p:cNvGrpSpPr/>
          <p:nvPr/>
        </p:nvGrpSpPr>
        <p:grpSpPr>
          <a:xfrm rot="-2700000">
            <a:off x="2243340" y="4318327"/>
            <a:ext cx="1295412" cy="1235650"/>
            <a:chOff x="388966" y="999821"/>
            <a:chExt cx="1499173" cy="1430011"/>
          </a:xfrm>
        </p:grpSpPr>
        <p:sp>
          <p:nvSpPr>
            <p:cNvPr id="230" name="Google Shape;230;p19"/>
            <p:cNvSpPr/>
            <p:nvPr/>
          </p:nvSpPr>
          <p:spPr>
            <a:xfrm rot="-900195">
              <a:off x="516200" y="1141384"/>
              <a:ext cx="1244705" cy="1146885"/>
            </a:xfrm>
            <a:custGeom>
              <a:avLst/>
              <a:gdLst/>
              <a:ahLst/>
              <a:cxnLst/>
              <a:rect l="l" t="t" r="r" b="b"/>
              <a:pathLst>
                <a:path w="60568" h="55808" extrusionOk="0">
                  <a:moveTo>
                    <a:pt x="19507" y="0"/>
                  </a:moveTo>
                  <a:cubicBezTo>
                    <a:pt x="18522" y="0"/>
                    <a:pt x="17011" y="589"/>
                    <a:pt x="14723" y="2027"/>
                  </a:cubicBezTo>
                  <a:lnTo>
                    <a:pt x="14856" y="1952"/>
                  </a:lnTo>
                  <a:lnTo>
                    <a:pt x="14856" y="1952"/>
                  </a:lnTo>
                  <a:cubicBezTo>
                    <a:pt x="5961" y="7269"/>
                    <a:pt x="0" y="16991"/>
                    <a:pt x="0" y="28108"/>
                  </a:cubicBezTo>
                  <a:cubicBezTo>
                    <a:pt x="0" y="44932"/>
                    <a:pt x="13638" y="55807"/>
                    <a:pt x="30461" y="55807"/>
                  </a:cubicBezTo>
                  <a:cubicBezTo>
                    <a:pt x="43425" y="55807"/>
                    <a:pt x="54497" y="49451"/>
                    <a:pt x="58894" y="38754"/>
                  </a:cubicBezTo>
                  <a:cubicBezTo>
                    <a:pt x="59386" y="37556"/>
                    <a:pt x="59750" y="36306"/>
                    <a:pt x="60018" y="35040"/>
                  </a:cubicBezTo>
                  <a:cubicBezTo>
                    <a:pt x="60475" y="32880"/>
                    <a:pt x="60568" y="31598"/>
                    <a:pt x="59892" y="30967"/>
                  </a:cubicBezTo>
                  <a:lnTo>
                    <a:pt x="59810" y="30900"/>
                  </a:lnTo>
                  <a:lnTo>
                    <a:pt x="20543" y="337"/>
                  </a:lnTo>
                  <a:lnTo>
                    <a:pt x="20544" y="335"/>
                  </a:lnTo>
                  <a:cubicBezTo>
                    <a:pt x="20290" y="120"/>
                    <a:pt x="19952" y="0"/>
                    <a:pt x="19507" y="0"/>
                  </a:cubicBez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9"/>
            <p:cNvSpPr/>
            <p:nvPr/>
          </p:nvSpPr>
          <p:spPr>
            <a:xfrm rot="-900195">
              <a:off x="551888" y="1165254"/>
              <a:ext cx="1167559" cy="1086055"/>
            </a:xfrm>
            <a:custGeom>
              <a:avLst/>
              <a:gdLst/>
              <a:ahLst/>
              <a:cxnLst/>
              <a:rect l="l" t="t" r="r" b="b"/>
              <a:pathLst>
                <a:path w="56814" h="52848" extrusionOk="0">
                  <a:moveTo>
                    <a:pt x="19219" y="0"/>
                  </a:moveTo>
                  <a:cubicBezTo>
                    <a:pt x="18944" y="8"/>
                    <a:pt x="16401" y="855"/>
                    <a:pt x="13965" y="2375"/>
                  </a:cubicBezTo>
                  <a:lnTo>
                    <a:pt x="13968" y="2381"/>
                  </a:lnTo>
                  <a:cubicBezTo>
                    <a:pt x="5353" y="7531"/>
                    <a:pt x="0" y="16953"/>
                    <a:pt x="0" y="26972"/>
                  </a:cubicBezTo>
                  <a:cubicBezTo>
                    <a:pt x="0" y="34512"/>
                    <a:pt x="2870" y="41009"/>
                    <a:pt x="8299" y="45758"/>
                  </a:cubicBezTo>
                  <a:cubicBezTo>
                    <a:pt x="13525" y="50331"/>
                    <a:pt x="20749" y="52848"/>
                    <a:pt x="28637" y="52848"/>
                  </a:cubicBezTo>
                  <a:cubicBezTo>
                    <a:pt x="41098" y="52848"/>
                    <a:pt x="51346" y="46747"/>
                    <a:pt x="55384" y="36925"/>
                  </a:cubicBezTo>
                  <a:cubicBezTo>
                    <a:pt x="55804" y="35902"/>
                    <a:pt x="56149" y="34759"/>
                    <a:pt x="56410" y="33526"/>
                  </a:cubicBezTo>
                  <a:cubicBezTo>
                    <a:pt x="56739" y="31972"/>
                    <a:pt x="56814" y="29076"/>
                    <a:pt x="56777" y="28823"/>
                  </a:cubicBezTo>
                  <a:lnTo>
                    <a:pt x="192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9"/>
            <p:cNvSpPr/>
            <p:nvPr/>
          </p:nvSpPr>
          <p:spPr>
            <a:xfrm rot="-900195">
              <a:off x="651280" y="1448439"/>
              <a:ext cx="895038" cy="750773"/>
            </a:xfrm>
            <a:custGeom>
              <a:avLst/>
              <a:gdLst/>
              <a:ahLst/>
              <a:cxnLst/>
              <a:rect l="l" t="t" r="r" b="b"/>
              <a:pathLst>
                <a:path w="43553" h="36533" extrusionOk="0">
                  <a:moveTo>
                    <a:pt x="4134" y="1"/>
                  </a:moveTo>
                  <a:cubicBezTo>
                    <a:pt x="3396" y="1126"/>
                    <a:pt x="2338" y="2964"/>
                    <a:pt x="1489" y="5320"/>
                  </a:cubicBezTo>
                  <a:cubicBezTo>
                    <a:pt x="501" y="8060"/>
                    <a:pt x="1" y="10906"/>
                    <a:pt x="1" y="13778"/>
                  </a:cubicBezTo>
                  <a:cubicBezTo>
                    <a:pt x="1" y="20410"/>
                    <a:pt x="2525" y="26124"/>
                    <a:pt x="7302" y="30302"/>
                  </a:cubicBezTo>
                  <a:cubicBezTo>
                    <a:pt x="8902" y="31702"/>
                    <a:pt x="10723" y="32891"/>
                    <a:pt x="12714" y="33837"/>
                  </a:cubicBezTo>
                  <a:cubicBezTo>
                    <a:pt x="14363" y="34619"/>
                    <a:pt x="16148" y="35243"/>
                    <a:pt x="18017" y="35693"/>
                  </a:cubicBezTo>
                  <a:cubicBezTo>
                    <a:pt x="20335" y="36249"/>
                    <a:pt x="22736" y="36533"/>
                    <a:pt x="25154" y="36533"/>
                  </a:cubicBezTo>
                  <a:lnTo>
                    <a:pt x="25162" y="36533"/>
                  </a:lnTo>
                  <a:cubicBezTo>
                    <a:pt x="26403" y="36532"/>
                    <a:pt x="29307" y="36531"/>
                    <a:pt x="32720" y="35700"/>
                  </a:cubicBezTo>
                  <a:cubicBezTo>
                    <a:pt x="36969" y="34665"/>
                    <a:pt x="40613" y="32707"/>
                    <a:pt x="43553" y="29878"/>
                  </a:cubicBezTo>
                  <a:lnTo>
                    <a:pt x="43295" y="29610"/>
                  </a:lnTo>
                  <a:cubicBezTo>
                    <a:pt x="38780" y="33954"/>
                    <a:pt x="32679" y="36158"/>
                    <a:pt x="25162" y="36160"/>
                  </a:cubicBezTo>
                  <a:lnTo>
                    <a:pt x="25154" y="36160"/>
                  </a:lnTo>
                  <a:cubicBezTo>
                    <a:pt x="21194" y="36160"/>
                    <a:pt x="13650" y="35360"/>
                    <a:pt x="7547" y="30022"/>
                  </a:cubicBezTo>
                  <a:cubicBezTo>
                    <a:pt x="2854" y="25917"/>
                    <a:pt x="373" y="20299"/>
                    <a:pt x="373" y="13778"/>
                  </a:cubicBezTo>
                  <a:cubicBezTo>
                    <a:pt x="373" y="7374"/>
                    <a:pt x="2924" y="2525"/>
                    <a:pt x="4446" y="204"/>
                  </a:cubicBezTo>
                  <a:lnTo>
                    <a:pt x="41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9"/>
            <p:cNvSpPr/>
            <p:nvPr/>
          </p:nvSpPr>
          <p:spPr>
            <a:xfrm rot="-900195">
              <a:off x="1595020" y="1868725"/>
              <a:ext cx="47533" cy="47513"/>
            </a:xfrm>
            <a:custGeom>
              <a:avLst/>
              <a:gdLst/>
              <a:ahLst/>
              <a:cxnLst/>
              <a:rect l="l" t="t" r="r" b="b"/>
              <a:pathLst>
                <a:path w="2313" h="2312" extrusionOk="0">
                  <a:moveTo>
                    <a:pt x="1157" y="1"/>
                  </a:moveTo>
                  <a:cubicBezTo>
                    <a:pt x="519" y="1"/>
                    <a:pt x="0" y="518"/>
                    <a:pt x="0" y="1157"/>
                  </a:cubicBezTo>
                  <a:cubicBezTo>
                    <a:pt x="0" y="1795"/>
                    <a:pt x="519" y="2312"/>
                    <a:pt x="1157" y="2312"/>
                  </a:cubicBezTo>
                  <a:cubicBezTo>
                    <a:pt x="1795" y="2312"/>
                    <a:pt x="2313" y="1795"/>
                    <a:pt x="2313" y="1157"/>
                  </a:cubicBezTo>
                  <a:cubicBezTo>
                    <a:pt x="2313" y="518"/>
                    <a:pt x="1795" y="1"/>
                    <a:pt x="11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9"/>
            <p:cNvSpPr/>
            <p:nvPr/>
          </p:nvSpPr>
          <p:spPr>
            <a:xfrm rot="-900195">
              <a:off x="652726" y="1480371"/>
              <a:ext cx="47533" cy="47533"/>
            </a:xfrm>
            <a:custGeom>
              <a:avLst/>
              <a:gdLst/>
              <a:ahLst/>
              <a:cxnLst/>
              <a:rect l="l" t="t" r="r" b="b"/>
              <a:pathLst>
                <a:path w="2313" h="2313" extrusionOk="0">
                  <a:moveTo>
                    <a:pt x="1156" y="0"/>
                  </a:moveTo>
                  <a:cubicBezTo>
                    <a:pt x="517" y="0"/>
                    <a:pt x="0" y="519"/>
                    <a:pt x="0" y="1156"/>
                  </a:cubicBezTo>
                  <a:cubicBezTo>
                    <a:pt x="0" y="1795"/>
                    <a:pt x="517" y="2313"/>
                    <a:pt x="1156" y="2313"/>
                  </a:cubicBezTo>
                  <a:cubicBezTo>
                    <a:pt x="1794" y="2313"/>
                    <a:pt x="2313" y="1795"/>
                    <a:pt x="2313" y="1156"/>
                  </a:cubicBezTo>
                  <a:cubicBezTo>
                    <a:pt x="2313" y="519"/>
                    <a:pt x="1794" y="0"/>
                    <a:pt x="11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9"/>
            <p:cNvSpPr/>
            <p:nvPr/>
          </p:nvSpPr>
          <p:spPr>
            <a:xfrm rot="-900195">
              <a:off x="1631555" y="1602943"/>
              <a:ext cx="48355" cy="183270"/>
            </a:xfrm>
            <a:custGeom>
              <a:avLst/>
              <a:gdLst/>
              <a:ahLst/>
              <a:cxnLst/>
              <a:rect l="l" t="t" r="r" b="b"/>
              <a:pathLst>
                <a:path w="2353" h="8918" extrusionOk="0">
                  <a:moveTo>
                    <a:pt x="1980" y="1"/>
                  </a:moveTo>
                  <a:cubicBezTo>
                    <a:pt x="1855" y="3012"/>
                    <a:pt x="1189" y="5963"/>
                    <a:pt x="0" y="8772"/>
                  </a:cubicBezTo>
                  <a:lnTo>
                    <a:pt x="344" y="8918"/>
                  </a:lnTo>
                  <a:cubicBezTo>
                    <a:pt x="1549" y="6067"/>
                    <a:pt x="2225" y="3072"/>
                    <a:pt x="2353" y="16"/>
                  </a:cubicBezTo>
                  <a:lnTo>
                    <a:pt x="198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9"/>
            <p:cNvSpPr/>
            <p:nvPr/>
          </p:nvSpPr>
          <p:spPr>
            <a:xfrm rot="-900195">
              <a:off x="696849" y="1286537"/>
              <a:ext cx="175419" cy="110603"/>
            </a:xfrm>
            <a:custGeom>
              <a:avLst/>
              <a:gdLst/>
              <a:ahLst/>
              <a:cxnLst/>
              <a:rect l="l" t="t" r="r" b="b"/>
              <a:pathLst>
                <a:path w="8536" h="5382" extrusionOk="0">
                  <a:moveTo>
                    <a:pt x="8408" y="1"/>
                  </a:moveTo>
                  <a:cubicBezTo>
                    <a:pt x="6623" y="657"/>
                    <a:pt x="4905" y="1518"/>
                    <a:pt x="3303" y="2559"/>
                  </a:cubicBezTo>
                  <a:cubicBezTo>
                    <a:pt x="2140" y="3314"/>
                    <a:pt x="1029" y="4171"/>
                    <a:pt x="1" y="5105"/>
                  </a:cubicBezTo>
                  <a:lnTo>
                    <a:pt x="251" y="5382"/>
                  </a:lnTo>
                  <a:cubicBezTo>
                    <a:pt x="2687" y="3168"/>
                    <a:pt x="5474" y="1477"/>
                    <a:pt x="8535" y="351"/>
                  </a:cubicBezTo>
                  <a:lnTo>
                    <a:pt x="84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9"/>
            <p:cNvSpPr/>
            <p:nvPr/>
          </p:nvSpPr>
          <p:spPr>
            <a:xfrm rot="-900195">
              <a:off x="866404" y="1104006"/>
              <a:ext cx="808684" cy="631148"/>
            </a:xfrm>
            <a:custGeom>
              <a:avLst/>
              <a:gdLst/>
              <a:ahLst/>
              <a:cxnLst/>
              <a:rect l="l" t="t" r="r" b="b"/>
              <a:pathLst>
                <a:path w="39351" h="30712" extrusionOk="0">
                  <a:moveTo>
                    <a:pt x="2" y="0"/>
                  </a:moveTo>
                  <a:lnTo>
                    <a:pt x="1" y="2"/>
                  </a:lnTo>
                  <a:lnTo>
                    <a:pt x="23" y="19"/>
                  </a:lnTo>
                  <a:lnTo>
                    <a:pt x="23" y="19"/>
                  </a:lnTo>
                  <a:cubicBezTo>
                    <a:pt x="16" y="13"/>
                    <a:pt x="9" y="7"/>
                    <a:pt x="2" y="0"/>
                  </a:cubicBezTo>
                  <a:close/>
                  <a:moveTo>
                    <a:pt x="39183" y="30499"/>
                  </a:moveTo>
                  <a:lnTo>
                    <a:pt x="39268" y="30565"/>
                  </a:lnTo>
                  <a:lnTo>
                    <a:pt x="39351" y="30632"/>
                  </a:lnTo>
                  <a:cubicBezTo>
                    <a:pt x="39299" y="30584"/>
                    <a:pt x="39243" y="30539"/>
                    <a:pt x="39183" y="30499"/>
                  </a:cubicBezTo>
                  <a:close/>
                  <a:moveTo>
                    <a:pt x="23" y="19"/>
                  </a:moveTo>
                  <a:cubicBezTo>
                    <a:pt x="509" y="450"/>
                    <a:pt x="678" y="1242"/>
                    <a:pt x="702" y="2218"/>
                  </a:cubicBezTo>
                  <a:cubicBezTo>
                    <a:pt x="1716" y="18125"/>
                    <a:pt x="14938" y="30712"/>
                    <a:pt x="31101" y="30712"/>
                  </a:cubicBezTo>
                  <a:cubicBezTo>
                    <a:pt x="32952" y="30712"/>
                    <a:pt x="34764" y="30545"/>
                    <a:pt x="36525" y="30227"/>
                  </a:cubicBezTo>
                  <a:cubicBezTo>
                    <a:pt x="36943" y="30179"/>
                    <a:pt x="37315" y="30154"/>
                    <a:pt x="37645" y="30154"/>
                  </a:cubicBezTo>
                  <a:cubicBezTo>
                    <a:pt x="38329" y="30154"/>
                    <a:pt x="38831" y="30262"/>
                    <a:pt x="39183" y="30499"/>
                  </a:cubicBezTo>
                  <a:lnTo>
                    <a:pt x="39183" y="30499"/>
                  </a:lnTo>
                  <a:lnTo>
                    <a:pt x="23" y="19"/>
                  </a:ln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8" name="Google Shape;238;p19"/>
          <p:cNvSpPr txBox="1">
            <a:spLocks noGrp="1"/>
          </p:cNvSpPr>
          <p:nvPr>
            <p:ph type="title" idx="2"/>
          </p:nvPr>
        </p:nvSpPr>
        <p:spPr>
          <a:xfrm>
            <a:off x="713100" y="539400"/>
            <a:ext cx="7717800" cy="555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anks">
  <p:cSld name="CUSTOM_3">
    <p:spTree>
      <p:nvGrpSpPr>
        <p:cNvPr id="1" name="Shape 483"/>
        <p:cNvGrpSpPr/>
        <p:nvPr/>
      </p:nvGrpSpPr>
      <p:grpSpPr>
        <a:xfrm>
          <a:off x="0" y="0"/>
          <a:ext cx="0" cy="0"/>
          <a:chOff x="0" y="0"/>
          <a:chExt cx="0" cy="0"/>
        </a:xfrm>
      </p:grpSpPr>
      <p:sp>
        <p:nvSpPr>
          <p:cNvPr id="484" name="Google Shape;484;p28"/>
          <p:cNvSpPr txBox="1">
            <a:spLocks noGrp="1"/>
          </p:cNvSpPr>
          <p:nvPr>
            <p:ph type="title"/>
          </p:nvPr>
        </p:nvSpPr>
        <p:spPr>
          <a:xfrm>
            <a:off x="1804950" y="601313"/>
            <a:ext cx="5534100" cy="1257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96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85" name="Google Shape;485;p28"/>
          <p:cNvSpPr txBox="1">
            <a:spLocks noGrp="1"/>
          </p:cNvSpPr>
          <p:nvPr>
            <p:ph type="subTitle" idx="1"/>
          </p:nvPr>
        </p:nvSpPr>
        <p:spPr>
          <a:xfrm>
            <a:off x="2854650" y="1965963"/>
            <a:ext cx="3434700" cy="1128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86" name="Google Shape;486;p28"/>
          <p:cNvSpPr txBox="1"/>
          <p:nvPr/>
        </p:nvSpPr>
        <p:spPr>
          <a:xfrm>
            <a:off x="2290650" y="3176913"/>
            <a:ext cx="4562700" cy="434400"/>
          </a:xfrm>
          <a:prstGeom prst="rect">
            <a:avLst/>
          </a:prstGeom>
          <a:noFill/>
          <a:ln>
            <a:noFill/>
          </a:ln>
        </p:spPr>
        <p:txBody>
          <a:bodyPr spcFirstLastPara="1" wrap="square" lIns="91425" tIns="0" rIns="91425" bIns="91425" anchor="t" anchorCtr="0">
            <a:noAutofit/>
          </a:bodyPr>
          <a:lstStyle/>
          <a:p>
            <a:pPr marL="0" lvl="0" indent="0" algn="ctr" rtl="0">
              <a:lnSpc>
                <a:spcPct val="100000"/>
              </a:lnSpc>
              <a:spcBef>
                <a:spcPts val="300"/>
              </a:spcBef>
              <a:spcAft>
                <a:spcPts val="0"/>
              </a:spcAft>
              <a:buNone/>
            </a:pPr>
            <a:r>
              <a:rPr lang="en" sz="1200">
                <a:solidFill>
                  <a:schemeClr val="dk1"/>
                </a:solidFill>
                <a:latin typeface="Asap"/>
                <a:ea typeface="Asap"/>
                <a:cs typeface="Asap"/>
                <a:sym typeface="Asap"/>
              </a:rPr>
              <a:t>CREDITS: This presentation template was created by </a:t>
            </a:r>
            <a:r>
              <a:rPr lang="en" sz="1200" b="1">
                <a:solidFill>
                  <a:schemeClr val="dk1"/>
                </a:solidFill>
                <a:uFill>
                  <a:noFill/>
                </a:uFill>
                <a:latin typeface="Asap"/>
                <a:ea typeface="Asap"/>
                <a:cs typeface="Asap"/>
                <a:sym typeface="Asap"/>
                <a:hlinkClick r:id="rId2">
                  <a:extLst>
                    <a:ext uri="{A12FA001-AC4F-418D-AE19-62706E023703}">
                      <ahyp:hlinkClr xmlns:ahyp="http://schemas.microsoft.com/office/drawing/2018/hyperlinkcolor" val="tx"/>
                    </a:ext>
                  </a:extLst>
                </a:hlinkClick>
              </a:rPr>
              <a:t>Slidesgo</a:t>
            </a:r>
            <a:r>
              <a:rPr lang="en" sz="1200">
                <a:solidFill>
                  <a:schemeClr val="dk1"/>
                </a:solidFill>
                <a:latin typeface="Asap"/>
                <a:ea typeface="Asap"/>
                <a:cs typeface="Asap"/>
                <a:sym typeface="Asap"/>
              </a:rPr>
              <a:t>, including icons by </a:t>
            </a:r>
            <a:r>
              <a:rPr lang="en" sz="1200" b="1">
                <a:solidFill>
                  <a:schemeClr val="dk1"/>
                </a:solidFill>
                <a:uFill>
                  <a:noFill/>
                </a:uFill>
                <a:latin typeface="Asap"/>
                <a:ea typeface="Asap"/>
                <a:cs typeface="Asap"/>
                <a:sym typeface="Asap"/>
                <a:hlinkClick r:id="rId3">
                  <a:extLst>
                    <a:ext uri="{A12FA001-AC4F-418D-AE19-62706E023703}">
                      <ahyp:hlinkClr xmlns:ahyp="http://schemas.microsoft.com/office/drawing/2018/hyperlinkcolor" val="tx"/>
                    </a:ext>
                  </a:extLst>
                </a:hlinkClick>
              </a:rPr>
              <a:t>Flaticon</a:t>
            </a:r>
            <a:r>
              <a:rPr lang="en" sz="1200" b="1">
                <a:solidFill>
                  <a:schemeClr val="dk1"/>
                </a:solidFill>
                <a:latin typeface="Asap"/>
                <a:ea typeface="Asap"/>
                <a:cs typeface="Asap"/>
                <a:sym typeface="Asap"/>
              </a:rPr>
              <a:t> </a:t>
            </a:r>
            <a:r>
              <a:rPr lang="en" sz="1200">
                <a:solidFill>
                  <a:schemeClr val="dk1"/>
                </a:solidFill>
                <a:latin typeface="Asap"/>
                <a:ea typeface="Asap"/>
                <a:cs typeface="Asap"/>
                <a:sym typeface="Asap"/>
              </a:rPr>
              <a:t>and infographics &amp; images by </a:t>
            </a:r>
            <a:r>
              <a:rPr lang="en" sz="1200" b="1">
                <a:solidFill>
                  <a:schemeClr val="dk1"/>
                </a:solidFill>
                <a:uFill>
                  <a:noFill/>
                </a:uFill>
                <a:latin typeface="Asap"/>
                <a:ea typeface="Asap"/>
                <a:cs typeface="Asap"/>
                <a:sym typeface="Asap"/>
                <a:hlinkClick r:id="rId4">
                  <a:extLst>
                    <a:ext uri="{A12FA001-AC4F-418D-AE19-62706E023703}">
                      <ahyp:hlinkClr xmlns:ahyp="http://schemas.microsoft.com/office/drawing/2018/hyperlinkcolor" val="tx"/>
                    </a:ext>
                  </a:extLst>
                </a:hlinkClick>
              </a:rPr>
              <a:t>Freepik</a:t>
            </a:r>
            <a:endParaRPr sz="1200" b="1">
              <a:solidFill>
                <a:schemeClr val="dk1"/>
              </a:solidFill>
              <a:latin typeface="Asap"/>
              <a:ea typeface="Asap"/>
              <a:cs typeface="Asap"/>
              <a:sym typeface="Asap"/>
            </a:endParaRPr>
          </a:p>
        </p:txBody>
      </p:sp>
      <p:sp>
        <p:nvSpPr>
          <p:cNvPr id="487" name="Google Shape;487;p28"/>
          <p:cNvSpPr/>
          <p:nvPr/>
        </p:nvSpPr>
        <p:spPr>
          <a:xfrm>
            <a:off x="8620925" y="1391725"/>
            <a:ext cx="385800" cy="385800"/>
          </a:xfrm>
          <a:prstGeom prst="ellipse">
            <a:avLst/>
          </a:prstGeom>
          <a:gradFill>
            <a:gsLst>
              <a:gs pos="0">
                <a:schemeClr val="lt2"/>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8"/>
          <p:cNvSpPr/>
          <p:nvPr/>
        </p:nvSpPr>
        <p:spPr>
          <a:xfrm>
            <a:off x="1195725" y="263325"/>
            <a:ext cx="3290400" cy="139200"/>
          </a:xfrm>
          <a:prstGeom prst="roundRect">
            <a:avLst>
              <a:gd name="adj" fmla="val 50000"/>
            </a:avLst>
          </a:prstGeom>
          <a:gradFill>
            <a:gsLst>
              <a:gs pos="0">
                <a:schemeClr val="lt1"/>
              </a:gs>
              <a:gs pos="60000">
                <a:schemeClr val="accent1"/>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8"/>
          <p:cNvSpPr/>
          <p:nvPr/>
        </p:nvSpPr>
        <p:spPr>
          <a:xfrm>
            <a:off x="290725" y="2546275"/>
            <a:ext cx="1638600" cy="139200"/>
          </a:xfrm>
          <a:prstGeom prst="roundRect">
            <a:avLst>
              <a:gd name="adj" fmla="val 50000"/>
            </a:avLst>
          </a:prstGeom>
          <a:gradFill>
            <a:gsLst>
              <a:gs pos="0">
                <a:schemeClr val="lt1"/>
              </a:gs>
              <a:gs pos="60000">
                <a:schemeClr val="accent3"/>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8"/>
          <p:cNvSpPr/>
          <p:nvPr/>
        </p:nvSpPr>
        <p:spPr>
          <a:xfrm>
            <a:off x="3852375" y="4826850"/>
            <a:ext cx="2396100" cy="139200"/>
          </a:xfrm>
          <a:prstGeom prst="roundRect">
            <a:avLst>
              <a:gd name="adj" fmla="val 50000"/>
            </a:avLst>
          </a:prstGeom>
          <a:gradFill>
            <a:gsLst>
              <a:gs pos="0">
                <a:schemeClr val="lt1"/>
              </a:gs>
              <a:gs pos="60000">
                <a:schemeClr val="accent1"/>
              </a:gs>
              <a:gs pos="100000">
                <a:schemeClr val="accen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1" name="Google Shape;491;p28"/>
          <p:cNvGrpSpPr/>
          <p:nvPr/>
        </p:nvGrpSpPr>
        <p:grpSpPr>
          <a:xfrm>
            <a:off x="126259" y="933797"/>
            <a:ext cx="1173690" cy="1081197"/>
            <a:chOff x="3565844" y="812433"/>
            <a:chExt cx="472538" cy="435317"/>
          </a:xfrm>
        </p:grpSpPr>
        <p:sp>
          <p:nvSpPr>
            <p:cNvPr id="492" name="Google Shape;492;p28"/>
            <p:cNvSpPr/>
            <p:nvPr/>
          </p:nvSpPr>
          <p:spPr>
            <a:xfrm>
              <a:off x="3565844" y="812433"/>
              <a:ext cx="472538" cy="435317"/>
            </a:xfrm>
            <a:custGeom>
              <a:avLst/>
              <a:gdLst/>
              <a:ahLst/>
              <a:cxnLst/>
              <a:rect l="l" t="t" r="r" b="b"/>
              <a:pathLst>
                <a:path w="26521" h="24432" extrusionOk="0">
                  <a:moveTo>
                    <a:pt x="8545" y="1"/>
                  </a:moveTo>
                  <a:cubicBezTo>
                    <a:pt x="8113" y="1"/>
                    <a:pt x="7455" y="258"/>
                    <a:pt x="6454" y="890"/>
                  </a:cubicBezTo>
                  <a:lnTo>
                    <a:pt x="6506" y="851"/>
                  </a:lnTo>
                  <a:lnTo>
                    <a:pt x="6506" y="851"/>
                  </a:lnTo>
                  <a:cubicBezTo>
                    <a:pt x="2613" y="3177"/>
                    <a:pt x="0" y="7435"/>
                    <a:pt x="0" y="12308"/>
                  </a:cubicBezTo>
                  <a:cubicBezTo>
                    <a:pt x="0" y="19664"/>
                    <a:pt x="5970" y="24431"/>
                    <a:pt x="13338" y="24431"/>
                  </a:cubicBezTo>
                  <a:cubicBezTo>
                    <a:pt x="19008" y="24431"/>
                    <a:pt x="23855" y="21649"/>
                    <a:pt x="25789" y="16959"/>
                  </a:cubicBezTo>
                  <a:cubicBezTo>
                    <a:pt x="25998" y="16436"/>
                    <a:pt x="26155" y="15887"/>
                    <a:pt x="26272" y="15339"/>
                  </a:cubicBezTo>
                  <a:cubicBezTo>
                    <a:pt x="26481" y="14386"/>
                    <a:pt x="26520" y="13823"/>
                    <a:pt x="26219" y="13550"/>
                  </a:cubicBezTo>
                  <a:lnTo>
                    <a:pt x="26181" y="13523"/>
                  </a:lnTo>
                  <a:lnTo>
                    <a:pt x="9001" y="146"/>
                  </a:lnTo>
                  <a:cubicBezTo>
                    <a:pt x="8888" y="53"/>
                    <a:pt x="8739" y="1"/>
                    <a:pt x="8545" y="1"/>
                  </a:cubicBez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8"/>
            <p:cNvSpPr/>
            <p:nvPr/>
          </p:nvSpPr>
          <p:spPr>
            <a:xfrm>
              <a:off x="3580615" y="823970"/>
              <a:ext cx="442997" cy="412243"/>
            </a:xfrm>
            <a:custGeom>
              <a:avLst/>
              <a:gdLst/>
              <a:ahLst/>
              <a:cxnLst/>
              <a:rect l="l" t="t" r="r" b="b"/>
              <a:pathLst>
                <a:path w="24863" h="23137" extrusionOk="0">
                  <a:moveTo>
                    <a:pt x="8414" y="0"/>
                  </a:moveTo>
                  <a:cubicBezTo>
                    <a:pt x="8283" y="0"/>
                    <a:pt x="7173" y="366"/>
                    <a:pt x="6102" y="1032"/>
                  </a:cubicBezTo>
                  <a:lnTo>
                    <a:pt x="6115" y="1045"/>
                  </a:lnTo>
                  <a:cubicBezTo>
                    <a:pt x="2340" y="3293"/>
                    <a:pt x="1" y="7421"/>
                    <a:pt x="1" y="11810"/>
                  </a:cubicBezTo>
                  <a:cubicBezTo>
                    <a:pt x="1" y="15103"/>
                    <a:pt x="1255" y="17951"/>
                    <a:pt x="3632" y="20027"/>
                  </a:cubicBezTo>
                  <a:cubicBezTo>
                    <a:pt x="5919" y="22027"/>
                    <a:pt x="9081" y="23136"/>
                    <a:pt x="12530" y="23136"/>
                  </a:cubicBezTo>
                  <a:cubicBezTo>
                    <a:pt x="17990" y="23136"/>
                    <a:pt x="22471" y="20459"/>
                    <a:pt x="24235" y="16160"/>
                  </a:cubicBezTo>
                  <a:cubicBezTo>
                    <a:pt x="24418" y="15716"/>
                    <a:pt x="24575" y="15207"/>
                    <a:pt x="24692" y="14671"/>
                  </a:cubicBezTo>
                  <a:cubicBezTo>
                    <a:pt x="24836" y="13992"/>
                    <a:pt x="24862" y="12725"/>
                    <a:pt x="24848" y="12620"/>
                  </a:cubicBezTo>
                  <a:lnTo>
                    <a:pt x="841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8"/>
            <p:cNvSpPr/>
            <p:nvPr/>
          </p:nvSpPr>
          <p:spPr>
            <a:xfrm>
              <a:off x="3724198" y="812434"/>
              <a:ext cx="307049" cy="239538"/>
            </a:xfrm>
            <a:custGeom>
              <a:avLst/>
              <a:gdLst/>
              <a:ahLst/>
              <a:cxnLst/>
              <a:rect l="l" t="t" r="r" b="b"/>
              <a:pathLst>
                <a:path w="17233" h="13444" extrusionOk="0">
                  <a:moveTo>
                    <a:pt x="17118" y="13319"/>
                  </a:moveTo>
                  <a:lnTo>
                    <a:pt x="17193" y="13378"/>
                  </a:lnTo>
                  <a:lnTo>
                    <a:pt x="17233" y="13404"/>
                  </a:lnTo>
                  <a:cubicBezTo>
                    <a:pt x="17199" y="13372"/>
                    <a:pt x="17160" y="13344"/>
                    <a:pt x="17118" y="13319"/>
                  </a:cubicBezTo>
                  <a:close/>
                  <a:moveTo>
                    <a:pt x="1" y="0"/>
                  </a:moveTo>
                  <a:cubicBezTo>
                    <a:pt x="223" y="183"/>
                    <a:pt x="302" y="536"/>
                    <a:pt x="314" y="967"/>
                  </a:cubicBezTo>
                  <a:cubicBezTo>
                    <a:pt x="758" y="7930"/>
                    <a:pt x="6546" y="13444"/>
                    <a:pt x="13613" y="13444"/>
                  </a:cubicBezTo>
                  <a:cubicBezTo>
                    <a:pt x="14423" y="13444"/>
                    <a:pt x="15221" y="13365"/>
                    <a:pt x="15991" y="13221"/>
                  </a:cubicBezTo>
                  <a:cubicBezTo>
                    <a:pt x="16171" y="13202"/>
                    <a:pt x="16331" y="13192"/>
                    <a:pt x="16474" y="13192"/>
                  </a:cubicBezTo>
                  <a:cubicBezTo>
                    <a:pt x="16753" y="13192"/>
                    <a:pt x="16963" y="13231"/>
                    <a:pt x="17118" y="13319"/>
                  </a:cubicBezTo>
                  <a:lnTo>
                    <a:pt x="17118" y="13319"/>
                  </a:lnTo>
                  <a:lnTo>
                    <a:pt x="1" y="0"/>
                  </a:ln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5" name="Google Shape;495;p28"/>
          <p:cNvGrpSpPr/>
          <p:nvPr/>
        </p:nvGrpSpPr>
        <p:grpSpPr>
          <a:xfrm flipH="1">
            <a:off x="7844059" y="3448397"/>
            <a:ext cx="1173690" cy="1081197"/>
            <a:chOff x="3565844" y="812433"/>
            <a:chExt cx="472538" cy="435317"/>
          </a:xfrm>
        </p:grpSpPr>
        <p:sp>
          <p:nvSpPr>
            <p:cNvPr id="496" name="Google Shape;496;p28"/>
            <p:cNvSpPr/>
            <p:nvPr/>
          </p:nvSpPr>
          <p:spPr>
            <a:xfrm>
              <a:off x="3565844" y="812433"/>
              <a:ext cx="472538" cy="435317"/>
            </a:xfrm>
            <a:custGeom>
              <a:avLst/>
              <a:gdLst/>
              <a:ahLst/>
              <a:cxnLst/>
              <a:rect l="l" t="t" r="r" b="b"/>
              <a:pathLst>
                <a:path w="26521" h="24432" extrusionOk="0">
                  <a:moveTo>
                    <a:pt x="8545" y="1"/>
                  </a:moveTo>
                  <a:cubicBezTo>
                    <a:pt x="8113" y="1"/>
                    <a:pt x="7455" y="258"/>
                    <a:pt x="6454" y="890"/>
                  </a:cubicBezTo>
                  <a:lnTo>
                    <a:pt x="6506" y="851"/>
                  </a:lnTo>
                  <a:lnTo>
                    <a:pt x="6506" y="851"/>
                  </a:lnTo>
                  <a:cubicBezTo>
                    <a:pt x="2613" y="3177"/>
                    <a:pt x="0" y="7435"/>
                    <a:pt x="0" y="12308"/>
                  </a:cubicBezTo>
                  <a:cubicBezTo>
                    <a:pt x="0" y="19664"/>
                    <a:pt x="5970" y="24431"/>
                    <a:pt x="13338" y="24431"/>
                  </a:cubicBezTo>
                  <a:cubicBezTo>
                    <a:pt x="19008" y="24431"/>
                    <a:pt x="23855" y="21649"/>
                    <a:pt x="25789" y="16959"/>
                  </a:cubicBezTo>
                  <a:cubicBezTo>
                    <a:pt x="25998" y="16436"/>
                    <a:pt x="26155" y="15887"/>
                    <a:pt x="26272" y="15339"/>
                  </a:cubicBezTo>
                  <a:cubicBezTo>
                    <a:pt x="26481" y="14386"/>
                    <a:pt x="26520" y="13823"/>
                    <a:pt x="26219" y="13550"/>
                  </a:cubicBezTo>
                  <a:lnTo>
                    <a:pt x="26181" y="13523"/>
                  </a:lnTo>
                  <a:lnTo>
                    <a:pt x="9001" y="146"/>
                  </a:lnTo>
                  <a:cubicBezTo>
                    <a:pt x="8888" y="53"/>
                    <a:pt x="8739" y="1"/>
                    <a:pt x="8545" y="1"/>
                  </a:cubicBez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8"/>
            <p:cNvSpPr/>
            <p:nvPr/>
          </p:nvSpPr>
          <p:spPr>
            <a:xfrm>
              <a:off x="3580615" y="823970"/>
              <a:ext cx="442997" cy="412243"/>
            </a:xfrm>
            <a:custGeom>
              <a:avLst/>
              <a:gdLst/>
              <a:ahLst/>
              <a:cxnLst/>
              <a:rect l="l" t="t" r="r" b="b"/>
              <a:pathLst>
                <a:path w="24863" h="23137" extrusionOk="0">
                  <a:moveTo>
                    <a:pt x="8414" y="0"/>
                  </a:moveTo>
                  <a:cubicBezTo>
                    <a:pt x="8283" y="0"/>
                    <a:pt x="7173" y="366"/>
                    <a:pt x="6102" y="1032"/>
                  </a:cubicBezTo>
                  <a:lnTo>
                    <a:pt x="6115" y="1045"/>
                  </a:lnTo>
                  <a:cubicBezTo>
                    <a:pt x="2340" y="3293"/>
                    <a:pt x="1" y="7421"/>
                    <a:pt x="1" y="11810"/>
                  </a:cubicBezTo>
                  <a:cubicBezTo>
                    <a:pt x="1" y="15103"/>
                    <a:pt x="1255" y="17951"/>
                    <a:pt x="3632" y="20027"/>
                  </a:cubicBezTo>
                  <a:cubicBezTo>
                    <a:pt x="5919" y="22027"/>
                    <a:pt x="9081" y="23136"/>
                    <a:pt x="12530" y="23136"/>
                  </a:cubicBezTo>
                  <a:cubicBezTo>
                    <a:pt x="17990" y="23136"/>
                    <a:pt x="22471" y="20459"/>
                    <a:pt x="24235" y="16160"/>
                  </a:cubicBezTo>
                  <a:cubicBezTo>
                    <a:pt x="24418" y="15716"/>
                    <a:pt x="24575" y="15207"/>
                    <a:pt x="24692" y="14671"/>
                  </a:cubicBezTo>
                  <a:cubicBezTo>
                    <a:pt x="24836" y="13992"/>
                    <a:pt x="24862" y="12725"/>
                    <a:pt x="24848" y="12620"/>
                  </a:cubicBezTo>
                  <a:lnTo>
                    <a:pt x="84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8"/>
            <p:cNvSpPr/>
            <p:nvPr/>
          </p:nvSpPr>
          <p:spPr>
            <a:xfrm>
              <a:off x="3724198" y="812434"/>
              <a:ext cx="307049" cy="239538"/>
            </a:xfrm>
            <a:custGeom>
              <a:avLst/>
              <a:gdLst/>
              <a:ahLst/>
              <a:cxnLst/>
              <a:rect l="l" t="t" r="r" b="b"/>
              <a:pathLst>
                <a:path w="17233" h="13444" extrusionOk="0">
                  <a:moveTo>
                    <a:pt x="17118" y="13319"/>
                  </a:moveTo>
                  <a:lnTo>
                    <a:pt x="17193" y="13378"/>
                  </a:lnTo>
                  <a:lnTo>
                    <a:pt x="17233" y="13404"/>
                  </a:lnTo>
                  <a:cubicBezTo>
                    <a:pt x="17199" y="13372"/>
                    <a:pt x="17160" y="13344"/>
                    <a:pt x="17118" y="13319"/>
                  </a:cubicBezTo>
                  <a:close/>
                  <a:moveTo>
                    <a:pt x="1" y="0"/>
                  </a:moveTo>
                  <a:cubicBezTo>
                    <a:pt x="223" y="183"/>
                    <a:pt x="302" y="536"/>
                    <a:pt x="314" y="967"/>
                  </a:cubicBezTo>
                  <a:cubicBezTo>
                    <a:pt x="758" y="7930"/>
                    <a:pt x="6546" y="13444"/>
                    <a:pt x="13613" y="13444"/>
                  </a:cubicBezTo>
                  <a:cubicBezTo>
                    <a:pt x="14423" y="13444"/>
                    <a:pt x="15221" y="13365"/>
                    <a:pt x="15991" y="13221"/>
                  </a:cubicBezTo>
                  <a:cubicBezTo>
                    <a:pt x="16171" y="13202"/>
                    <a:pt x="16331" y="13192"/>
                    <a:pt x="16474" y="13192"/>
                  </a:cubicBezTo>
                  <a:cubicBezTo>
                    <a:pt x="16753" y="13192"/>
                    <a:pt x="16963" y="13231"/>
                    <a:pt x="17118" y="13319"/>
                  </a:cubicBezTo>
                  <a:lnTo>
                    <a:pt x="17118" y="13319"/>
                  </a:lnTo>
                  <a:lnTo>
                    <a:pt x="1" y="0"/>
                  </a:ln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9" name="Google Shape;499;p28"/>
          <p:cNvSpPr txBox="1">
            <a:spLocks noGrp="1"/>
          </p:cNvSpPr>
          <p:nvPr>
            <p:ph type="title" idx="2"/>
          </p:nvPr>
        </p:nvSpPr>
        <p:spPr>
          <a:xfrm>
            <a:off x="1804950" y="601313"/>
            <a:ext cx="5534100" cy="1257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96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525"/>
        <p:cNvGrpSpPr/>
        <p:nvPr/>
      </p:nvGrpSpPr>
      <p:grpSpPr>
        <a:xfrm>
          <a:off x="0" y="0"/>
          <a:ext cx="0" cy="0"/>
          <a:chOff x="0" y="0"/>
          <a:chExt cx="0" cy="0"/>
        </a:xfrm>
      </p:grpSpPr>
      <p:sp>
        <p:nvSpPr>
          <p:cNvPr id="526" name="Google Shape;526;p30"/>
          <p:cNvSpPr/>
          <p:nvPr/>
        </p:nvSpPr>
        <p:spPr>
          <a:xfrm>
            <a:off x="2011750" y="247625"/>
            <a:ext cx="3484200" cy="139200"/>
          </a:xfrm>
          <a:prstGeom prst="roundRect">
            <a:avLst>
              <a:gd name="adj" fmla="val 50000"/>
            </a:avLst>
          </a:prstGeom>
          <a:gradFill>
            <a:gsLst>
              <a:gs pos="0">
                <a:schemeClr val="lt1"/>
              </a:gs>
              <a:gs pos="60000">
                <a:schemeClr val="accent1"/>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0"/>
          <p:cNvSpPr/>
          <p:nvPr/>
        </p:nvSpPr>
        <p:spPr>
          <a:xfrm>
            <a:off x="1618275" y="4829150"/>
            <a:ext cx="2858400" cy="139200"/>
          </a:xfrm>
          <a:prstGeom prst="roundRect">
            <a:avLst>
              <a:gd name="adj" fmla="val 50000"/>
            </a:avLst>
          </a:prstGeom>
          <a:gradFill>
            <a:gsLst>
              <a:gs pos="0">
                <a:schemeClr val="lt1"/>
              </a:gs>
              <a:gs pos="60000">
                <a:schemeClr val="accent3"/>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0"/>
          <p:cNvSpPr/>
          <p:nvPr/>
        </p:nvSpPr>
        <p:spPr>
          <a:xfrm>
            <a:off x="-195500" y="3714750"/>
            <a:ext cx="462300" cy="347100"/>
          </a:xfrm>
          <a:prstGeom prst="ellipse">
            <a:avLst/>
          </a:prstGeom>
          <a:gradFill>
            <a:gsLst>
              <a:gs pos="0">
                <a:schemeClr val="lt2"/>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9" name="Google Shape;529;p30"/>
          <p:cNvGrpSpPr/>
          <p:nvPr/>
        </p:nvGrpSpPr>
        <p:grpSpPr>
          <a:xfrm>
            <a:off x="8306650" y="2868275"/>
            <a:ext cx="1244672" cy="1146854"/>
            <a:chOff x="7487975" y="3200500"/>
            <a:chExt cx="1244672" cy="1146854"/>
          </a:xfrm>
        </p:grpSpPr>
        <p:sp>
          <p:nvSpPr>
            <p:cNvPr id="530" name="Google Shape;530;p30"/>
            <p:cNvSpPr/>
            <p:nvPr/>
          </p:nvSpPr>
          <p:spPr>
            <a:xfrm>
              <a:off x="7487975" y="3200500"/>
              <a:ext cx="1244672" cy="1146854"/>
            </a:xfrm>
            <a:custGeom>
              <a:avLst/>
              <a:gdLst/>
              <a:ahLst/>
              <a:cxnLst/>
              <a:rect l="l" t="t" r="r" b="b"/>
              <a:pathLst>
                <a:path w="60568" h="55808" extrusionOk="0">
                  <a:moveTo>
                    <a:pt x="19507" y="0"/>
                  </a:moveTo>
                  <a:cubicBezTo>
                    <a:pt x="18522" y="0"/>
                    <a:pt x="17011" y="589"/>
                    <a:pt x="14723" y="2027"/>
                  </a:cubicBezTo>
                  <a:lnTo>
                    <a:pt x="14856" y="1952"/>
                  </a:lnTo>
                  <a:lnTo>
                    <a:pt x="14856" y="1952"/>
                  </a:lnTo>
                  <a:cubicBezTo>
                    <a:pt x="5961" y="7269"/>
                    <a:pt x="0" y="16991"/>
                    <a:pt x="0" y="28108"/>
                  </a:cubicBezTo>
                  <a:cubicBezTo>
                    <a:pt x="0" y="44932"/>
                    <a:pt x="13638" y="55807"/>
                    <a:pt x="30461" y="55807"/>
                  </a:cubicBezTo>
                  <a:cubicBezTo>
                    <a:pt x="43425" y="55807"/>
                    <a:pt x="54497" y="49451"/>
                    <a:pt x="58894" y="38754"/>
                  </a:cubicBezTo>
                  <a:cubicBezTo>
                    <a:pt x="59386" y="37556"/>
                    <a:pt x="59750" y="36306"/>
                    <a:pt x="60018" y="35040"/>
                  </a:cubicBezTo>
                  <a:cubicBezTo>
                    <a:pt x="60475" y="32880"/>
                    <a:pt x="60568" y="31598"/>
                    <a:pt x="59892" y="30967"/>
                  </a:cubicBezTo>
                  <a:lnTo>
                    <a:pt x="59810" y="30900"/>
                  </a:lnTo>
                  <a:lnTo>
                    <a:pt x="20543" y="337"/>
                  </a:lnTo>
                  <a:lnTo>
                    <a:pt x="20544" y="335"/>
                  </a:lnTo>
                  <a:cubicBezTo>
                    <a:pt x="20290" y="120"/>
                    <a:pt x="19952" y="0"/>
                    <a:pt x="19507" y="0"/>
                  </a:cubicBez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0"/>
            <p:cNvSpPr/>
            <p:nvPr/>
          </p:nvSpPr>
          <p:spPr>
            <a:xfrm>
              <a:off x="7525458" y="3223845"/>
              <a:ext cx="1167528" cy="1086026"/>
            </a:xfrm>
            <a:custGeom>
              <a:avLst/>
              <a:gdLst/>
              <a:ahLst/>
              <a:cxnLst/>
              <a:rect l="l" t="t" r="r" b="b"/>
              <a:pathLst>
                <a:path w="56814" h="52848" extrusionOk="0">
                  <a:moveTo>
                    <a:pt x="19219" y="0"/>
                  </a:moveTo>
                  <a:cubicBezTo>
                    <a:pt x="18944" y="8"/>
                    <a:pt x="16401" y="855"/>
                    <a:pt x="13965" y="2375"/>
                  </a:cubicBezTo>
                  <a:lnTo>
                    <a:pt x="13968" y="2381"/>
                  </a:lnTo>
                  <a:cubicBezTo>
                    <a:pt x="5353" y="7531"/>
                    <a:pt x="0" y="16953"/>
                    <a:pt x="0" y="26972"/>
                  </a:cubicBezTo>
                  <a:cubicBezTo>
                    <a:pt x="0" y="34512"/>
                    <a:pt x="2870" y="41009"/>
                    <a:pt x="8299" y="45758"/>
                  </a:cubicBezTo>
                  <a:cubicBezTo>
                    <a:pt x="13525" y="50331"/>
                    <a:pt x="20749" y="52848"/>
                    <a:pt x="28637" y="52848"/>
                  </a:cubicBezTo>
                  <a:cubicBezTo>
                    <a:pt x="41098" y="52848"/>
                    <a:pt x="51346" y="46747"/>
                    <a:pt x="55384" y="36925"/>
                  </a:cubicBezTo>
                  <a:cubicBezTo>
                    <a:pt x="55804" y="35902"/>
                    <a:pt x="56149" y="34759"/>
                    <a:pt x="56410" y="33526"/>
                  </a:cubicBezTo>
                  <a:cubicBezTo>
                    <a:pt x="56739" y="31972"/>
                    <a:pt x="56814" y="29076"/>
                    <a:pt x="56777" y="28823"/>
                  </a:cubicBezTo>
                  <a:lnTo>
                    <a:pt x="1921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0"/>
            <p:cNvSpPr/>
            <p:nvPr/>
          </p:nvSpPr>
          <p:spPr>
            <a:xfrm>
              <a:off x="7596210" y="3493542"/>
              <a:ext cx="895014" cy="750753"/>
            </a:xfrm>
            <a:custGeom>
              <a:avLst/>
              <a:gdLst/>
              <a:ahLst/>
              <a:cxnLst/>
              <a:rect l="l" t="t" r="r" b="b"/>
              <a:pathLst>
                <a:path w="43553" h="36533" extrusionOk="0">
                  <a:moveTo>
                    <a:pt x="4134" y="1"/>
                  </a:moveTo>
                  <a:cubicBezTo>
                    <a:pt x="3396" y="1126"/>
                    <a:pt x="2338" y="2964"/>
                    <a:pt x="1489" y="5320"/>
                  </a:cubicBezTo>
                  <a:cubicBezTo>
                    <a:pt x="501" y="8060"/>
                    <a:pt x="1" y="10906"/>
                    <a:pt x="1" y="13778"/>
                  </a:cubicBezTo>
                  <a:cubicBezTo>
                    <a:pt x="1" y="20410"/>
                    <a:pt x="2525" y="26124"/>
                    <a:pt x="7302" y="30302"/>
                  </a:cubicBezTo>
                  <a:cubicBezTo>
                    <a:pt x="8902" y="31702"/>
                    <a:pt x="10723" y="32891"/>
                    <a:pt x="12714" y="33837"/>
                  </a:cubicBezTo>
                  <a:cubicBezTo>
                    <a:pt x="14363" y="34619"/>
                    <a:pt x="16148" y="35243"/>
                    <a:pt x="18017" y="35693"/>
                  </a:cubicBezTo>
                  <a:cubicBezTo>
                    <a:pt x="20335" y="36249"/>
                    <a:pt x="22736" y="36533"/>
                    <a:pt x="25154" y="36533"/>
                  </a:cubicBezTo>
                  <a:lnTo>
                    <a:pt x="25162" y="36533"/>
                  </a:lnTo>
                  <a:cubicBezTo>
                    <a:pt x="26403" y="36532"/>
                    <a:pt x="29307" y="36531"/>
                    <a:pt x="32720" y="35700"/>
                  </a:cubicBezTo>
                  <a:cubicBezTo>
                    <a:pt x="36969" y="34665"/>
                    <a:pt x="40613" y="32707"/>
                    <a:pt x="43553" y="29878"/>
                  </a:cubicBezTo>
                  <a:lnTo>
                    <a:pt x="43295" y="29610"/>
                  </a:lnTo>
                  <a:cubicBezTo>
                    <a:pt x="38780" y="33954"/>
                    <a:pt x="32679" y="36158"/>
                    <a:pt x="25162" y="36160"/>
                  </a:cubicBezTo>
                  <a:lnTo>
                    <a:pt x="25154" y="36160"/>
                  </a:lnTo>
                  <a:cubicBezTo>
                    <a:pt x="21194" y="36160"/>
                    <a:pt x="13650" y="35360"/>
                    <a:pt x="7547" y="30022"/>
                  </a:cubicBezTo>
                  <a:cubicBezTo>
                    <a:pt x="2854" y="25917"/>
                    <a:pt x="373" y="20299"/>
                    <a:pt x="373" y="13778"/>
                  </a:cubicBezTo>
                  <a:cubicBezTo>
                    <a:pt x="373" y="7374"/>
                    <a:pt x="2924" y="2525"/>
                    <a:pt x="4446" y="204"/>
                  </a:cubicBezTo>
                  <a:lnTo>
                    <a:pt x="41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0"/>
            <p:cNvSpPr/>
            <p:nvPr/>
          </p:nvSpPr>
          <p:spPr>
            <a:xfrm>
              <a:off x="8504483" y="4046047"/>
              <a:ext cx="47532" cy="47512"/>
            </a:xfrm>
            <a:custGeom>
              <a:avLst/>
              <a:gdLst/>
              <a:ahLst/>
              <a:cxnLst/>
              <a:rect l="l" t="t" r="r" b="b"/>
              <a:pathLst>
                <a:path w="2313" h="2312" extrusionOk="0">
                  <a:moveTo>
                    <a:pt x="1157" y="1"/>
                  </a:moveTo>
                  <a:cubicBezTo>
                    <a:pt x="519" y="1"/>
                    <a:pt x="0" y="518"/>
                    <a:pt x="0" y="1157"/>
                  </a:cubicBezTo>
                  <a:cubicBezTo>
                    <a:pt x="0" y="1795"/>
                    <a:pt x="519" y="2312"/>
                    <a:pt x="1157" y="2312"/>
                  </a:cubicBezTo>
                  <a:cubicBezTo>
                    <a:pt x="1795" y="2312"/>
                    <a:pt x="2313" y="1795"/>
                    <a:pt x="2313" y="1157"/>
                  </a:cubicBezTo>
                  <a:cubicBezTo>
                    <a:pt x="2313" y="518"/>
                    <a:pt x="1795" y="1"/>
                    <a:pt x="11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0"/>
            <p:cNvSpPr/>
            <p:nvPr/>
          </p:nvSpPr>
          <p:spPr>
            <a:xfrm>
              <a:off x="7694807" y="3427042"/>
              <a:ext cx="47532" cy="47532"/>
            </a:xfrm>
            <a:custGeom>
              <a:avLst/>
              <a:gdLst/>
              <a:ahLst/>
              <a:cxnLst/>
              <a:rect l="l" t="t" r="r" b="b"/>
              <a:pathLst>
                <a:path w="2313" h="2313" extrusionOk="0">
                  <a:moveTo>
                    <a:pt x="1156" y="0"/>
                  </a:moveTo>
                  <a:cubicBezTo>
                    <a:pt x="517" y="0"/>
                    <a:pt x="0" y="519"/>
                    <a:pt x="0" y="1156"/>
                  </a:cubicBezTo>
                  <a:cubicBezTo>
                    <a:pt x="0" y="1795"/>
                    <a:pt x="517" y="2313"/>
                    <a:pt x="1156" y="2313"/>
                  </a:cubicBezTo>
                  <a:cubicBezTo>
                    <a:pt x="1794" y="2313"/>
                    <a:pt x="2313" y="1795"/>
                    <a:pt x="2313" y="1156"/>
                  </a:cubicBezTo>
                  <a:cubicBezTo>
                    <a:pt x="2313" y="519"/>
                    <a:pt x="1794" y="0"/>
                    <a:pt x="11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0"/>
            <p:cNvSpPr/>
            <p:nvPr/>
          </p:nvSpPr>
          <p:spPr>
            <a:xfrm>
              <a:off x="8590976" y="3796571"/>
              <a:ext cx="48354" cy="183265"/>
            </a:xfrm>
            <a:custGeom>
              <a:avLst/>
              <a:gdLst/>
              <a:ahLst/>
              <a:cxnLst/>
              <a:rect l="l" t="t" r="r" b="b"/>
              <a:pathLst>
                <a:path w="2353" h="8918" extrusionOk="0">
                  <a:moveTo>
                    <a:pt x="1980" y="1"/>
                  </a:moveTo>
                  <a:cubicBezTo>
                    <a:pt x="1855" y="3012"/>
                    <a:pt x="1189" y="5963"/>
                    <a:pt x="0" y="8772"/>
                  </a:cubicBezTo>
                  <a:lnTo>
                    <a:pt x="344" y="8918"/>
                  </a:lnTo>
                  <a:cubicBezTo>
                    <a:pt x="1549" y="6067"/>
                    <a:pt x="2225" y="3072"/>
                    <a:pt x="2353" y="16"/>
                  </a:cubicBezTo>
                  <a:lnTo>
                    <a:pt x="198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0"/>
            <p:cNvSpPr/>
            <p:nvPr/>
          </p:nvSpPr>
          <p:spPr>
            <a:xfrm>
              <a:off x="7777252" y="3266712"/>
              <a:ext cx="175415" cy="110600"/>
            </a:xfrm>
            <a:custGeom>
              <a:avLst/>
              <a:gdLst/>
              <a:ahLst/>
              <a:cxnLst/>
              <a:rect l="l" t="t" r="r" b="b"/>
              <a:pathLst>
                <a:path w="8536" h="5382" extrusionOk="0">
                  <a:moveTo>
                    <a:pt x="8408" y="1"/>
                  </a:moveTo>
                  <a:cubicBezTo>
                    <a:pt x="6623" y="657"/>
                    <a:pt x="4905" y="1518"/>
                    <a:pt x="3303" y="2559"/>
                  </a:cubicBezTo>
                  <a:cubicBezTo>
                    <a:pt x="2140" y="3314"/>
                    <a:pt x="1029" y="4171"/>
                    <a:pt x="1" y="5105"/>
                  </a:cubicBezTo>
                  <a:lnTo>
                    <a:pt x="251" y="5382"/>
                  </a:lnTo>
                  <a:cubicBezTo>
                    <a:pt x="2687" y="3168"/>
                    <a:pt x="5474" y="1477"/>
                    <a:pt x="8535" y="351"/>
                  </a:cubicBezTo>
                  <a:lnTo>
                    <a:pt x="84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0"/>
            <p:cNvSpPr/>
            <p:nvPr/>
          </p:nvSpPr>
          <p:spPr>
            <a:xfrm>
              <a:off x="7910106" y="3207384"/>
              <a:ext cx="808663" cy="631132"/>
            </a:xfrm>
            <a:custGeom>
              <a:avLst/>
              <a:gdLst/>
              <a:ahLst/>
              <a:cxnLst/>
              <a:rect l="l" t="t" r="r" b="b"/>
              <a:pathLst>
                <a:path w="39351" h="30712" extrusionOk="0">
                  <a:moveTo>
                    <a:pt x="2" y="0"/>
                  </a:moveTo>
                  <a:lnTo>
                    <a:pt x="1" y="2"/>
                  </a:lnTo>
                  <a:lnTo>
                    <a:pt x="23" y="19"/>
                  </a:lnTo>
                  <a:lnTo>
                    <a:pt x="23" y="19"/>
                  </a:lnTo>
                  <a:cubicBezTo>
                    <a:pt x="16" y="13"/>
                    <a:pt x="9" y="7"/>
                    <a:pt x="2" y="0"/>
                  </a:cubicBezTo>
                  <a:close/>
                  <a:moveTo>
                    <a:pt x="39183" y="30499"/>
                  </a:moveTo>
                  <a:lnTo>
                    <a:pt x="39268" y="30565"/>
                  </a:lnTo>
                  <a:lnTo>
                    <a:pt x="39351" y="30632"/>
                  </a:lnTo>
                  <a:cubicBezTo>
                    <a:pt x="39299" y="30584"/>
                    <a:pt x="39243" y="30539"/>
                    <a:pt x="39183" y="30499"/>
                  </a:cubicBezTo>
                  <a:close/>
                  <a:moveTo>
                    <a:pt x="23" y="19"/>
                  </a:moveTo>
                  <a:cubicBezTo>
                    <a:pt x="509" y="450"/>
                    <a:pt x="678" y="1242"/>
                    <a:pt x="702" y="2218"/>
                  </a:cubicBezTo>
                  <a:cubicBezTo>
                    <a:pt x="1716" y="18125"/>
                    <a:pt x="14938" y="30712"/>
                    <a:pt x="31101" y="30712"/>
                  </a:cubicBezTo>
                  <a:cubicBezTo>
                    <a:pt x="32952" y="30712"/>
                    <a:pt x="34764" y="30545"/>
                    <a:pt x="36525" y="30227"/>
                  </a:cubicBezTo>
                  <a:cubicBezTo>
                    <a:pt x="36943" y="30179"/>
                    <a:pt x="37315" y="30154"/>
                    <a:pt x="37645" y="30154"/>
                  </a:cubicBezTo>
                  <a:cubicBezTo>
                    <a:pt x="38329" y="30154"/>
                    <a:pt x="38831" y="30262"/>
                    <a:pt x="39183" y="30499"/>
                  </a:cubicBezTo>
                  <a:lnTo>
                    <a:pt x="39183" y="30499"/>
                  </a:lnTo>
                  <a:lnTo>
                    <a:pt x="23" y="19"/>
                  </a:ln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8" name="Google Shape;538;p30"/>
          <p:cNvGrpSpPr/>
          <p:nvPr/>
        </p:nvGrpSpPr>
        <p:grpSpPr>
          <a:xfrm rot="4339617">
            <a:off x="-144250" y="794563"/>
            <a:ext cx="1119497" cy="1067850"/>
            <a:chOff x="388966" y="999821"/>
            <a:chExt cx="1499173" cy="1430011"/>
          </a:xfrm>
        </p:grpSpPr>
        <p:sp>
          <p:nvSpPr>
            <p:cNvPr id="539" name="Google Shape;539;p30"/>
            <p:cNvSpPr/>
            <p:nvPr/>
          </p:nvSpPr>
          <p:spPr>
            <a:xfrm rot="-900195">
              <a:off x="516200" y="1141384"/>
              <a:ext cx="1244705" cy="1146885"/>
            </a:xfrm>
            <a:custGeom>
              <a:avLst/>
              <a:gdLst/>
              <a:ahLst/>
              <a:cxnLst/>
              <a:rect l="l" t="t" r="r" b="b"/>
              <a:pathLst>
                <a:path w="60568" h="55808" extrusionOk="0">
                  <a:moveTo>
                    <a:pt x="19507" y="0"/>
                  </a:moveTo>
                  <a:cubicBezTo>
                    <a:pt x="18522" y="0"/>
                    <a:pt x="17011" y="589"/>
                    <a:pt x="14723" y="2027"/>
                  </a:cubicBezTo>
                  <a:lnTo>
                    <a:pt x="14856" y="1952"/>
                  </a:lnTo>
                  <a:lnTo>
                    <a:pt x="14856" y="1952"/>
                  </a:lnTo>
                  <a:cubicBezTo>
                    <a:pt x="5961" y="7269"/>
                    <a:pt x="0" y="16991"/>
                    <a:pt x="0" y="28108"/>
                  </a:cubicBezTo>
                  <a:cubicBezTo>
                    <a:pt x="0" y="44932"/>
                    <a:pt x="13638" y="55807"/>
                    <a:pt x="30461" y="55807"/>
                  </a:cubicBezTo>
                  <a:cubicBezTo>
                    <a:pt x="43425" y="55807"/>
                    <a:pt x="54497" y="49451"/>
                    <a:pt x="58894" y="38754"/>
                  </a:cubicBezTo>
                  <a:cubicBezTo>
                    <a:pt x="59386" y="37556"/>
                    <a:pt x="59750" y="36306"/>
                    <a:pt x="60018" y="35040"/>
                  </a:cubicBezTo>
                  <a:cubicBezTo>
                    <a:pt x="60475" y="32880"/>
                    <a:pt x="60568" y="31598"/>
                    <a:pt x="59892" y="30967"/>
                  </a:cubicBezTo>
                  <a:lnTo>
                    <a:pt x="59810" y="30900"/>
                  </a:lnTo>
                  <a:lnTo>
                    <a:pt x="20543" y="337"/>
                  </a:lnTo>
                  <a:lnTo>
                    <a:pt x="20544" y="335"/>
                  </a:lnTo>
                  <a:cubicBezTo>
                    <a:pt x="20290" y="120"/>
                    <a:pt x="19952" y="0"/>
                    <a:pt x="19507" y="0"/>
                  </a:cubicBez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0"/>
            <p:cNvSpPr/>
            <p:nvPr/>
          </p:nvSpPr>
          <p:spPr>
            <a:xfrm rot="-900195">
              <a:off x="551888" y="1165254"/>
              <a:ext cx="1167559" cy="1086055"/>
            </a:xfrm>
            <a:custGeom>
              <a:avLst/>
              <a:gdLst/>
              <a:ahLst/>
              <a:cxnLst/>
              <a:rect l="l" t="t" r="r" b="b"/>
              <a:pathLst>
                <a:path w="56814" h="52848" extrusionOk="0">
                  <a:moveTo>
                    <a:pt x="19219" y="0"/>
                  </a:moveTo>
                  <a:cubicBezTo>
                    <a:pt x="18944" y="8"/>
                    <a:pt x="16401" y="855"/>
                    <a:pt x="13965" y="2375"/>
                  </a:cubicBezTo>
                  <a:lnTo>
                    <a:pt x="13968" y="2381"/>
                  </a:lnTo>
                  <a:cubicBezTo>
                    <a:pt x="5353" y="7531"/>
                    <a:pt x="0" y="16953"/>
                    <a:pt x="0" y="26972"/>
                  </a:cubicBezTo>
                  <a:cubicBezTo>
                    <a:pt x="0" y="34512"/>
                    <a:pt x="2870" y="41009"/>
                    <a:pt x="8299" y="45758"/>
                  </a:cubicBezTo>
                  <a:cubicBezTo>
                    <a:pt x="13525" y="50331"/>
                    <a:pt x="20749" y="52848"/>
                    <a:pt x="28637" y="52848"/>
                  </a:cubicBezTo>
                  <a:cubicBezTo>
                    <a:pt x="41098" y="52848"/>
                    <a:pt x="51346" y="46747"/>
                    <a:pt x="55384" y="36925"/>
                  </a:cubicBezTo>
                  <a:cubicBezTo>
                    <a:pt x="55804" y="35902"/>
                    <a:pt x="56149" y="34759"/>
                    <a:pt x="56410" y="33526"/>
                  </a:cubicBezTo>
                  <a:cubicBezTo>
                    <a:pt x="56739" y="31972"/>
                    <a:pt x="56814" y="29076"/>
                    <a:pt x="56777" y="28823"/>
                  </a:cubicBezTo>
                  <a:lnTo>
                    <a:pt x="192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0"/>
            <p:cNvSpPr/>
            <p:nvPr/>
          </p:nvSpPr>
          <p:spPr>
            <a:xfrm rot="-900195">
              <a:off x="651280" y="1448439"/>
              <a:ext cx="895038" cy="750773"/>
            </a:xfrm>
            <a:custGeom>
              <a:avLst/>
              <a:gdLst/>
              <a:ahLst/>
              <a:cxnLst/>
              <a:rect l="l" t="t" r="r" b="b"/>
              <a:pathLst>
                <a:path w="43553" h="36533" extrusionOk="0">
                  <a:moveTo>
                    <a:pt x="4134" y="1"/>
                  </a:moveTo>
                  <a:cubicBezTo>
                    <a:pt x="3396" y="1126"/>
                    <a:pt x="2338" y="2964"/>
                    <a:pt x="1489" y="5320"/>
                  </a:cubicBezTo>
                  <a:cubicBezTo>
                    <a:pt x="501" y="8060"/>
                    <a:pt x="1" y="10906"/>
                    <a:pt x="1" y="13778"/>
                  </a:cubicBezTo>
                  <a:cubicBezTo>
                    <a:pt x="1" y="20410"/>
                    <a:pt x="2525" y="26124"/>
                    <a:pt x="7302" y="30302"/>
                  </a:cubicBezTo>
                  <a:cubicBezTo>
                    <a:pt x="8902" y="31702"/>
                    <a:pt x="10723" y="32891"/>
                    <a:pt x="12714" y="33837"/>
                  </a:cubicBezTo>
                  <a:cubicBezTo>
                    <a:pt x="14363" y="34619"/>
                    <a:pt x="16148" y="35243"/>
                    <a:pt x="18017" y="35693"/>
                  </a:cubicBezTo>
                  <a:cubicBezTo>
                    <a:pt x="20335" y="36249"/>
                    <a:pt x="22736" y="36533"/>
                    <a:pt x="25154" y="36533"/>
                  </a:cubicBezTo>
                  <a:lnTo>
                    <a:pt x="25162" y="36533"/>
                  </a:lnTo>
                  <a:cubicBezTo>
                    <a:pt x="26403" y="36532"/>
                    <a:pt x="29307" y="36531"/>
                    <a:pt x="32720" y="35700"/>
                  </a:cubicBezTo>
                  <a:cubicBezTo>
                    <a:pt x="36969" y="34665"/>
                    <a:pt x="40613" y="32707"/>
                    <a:pt x="43553" y="29878"/>
                  </a:cubicBezTo>
                  <a:lnTo>
                    <a:pt x="43295" y="29610"/>
                  </a:lnTo>
                  <a:cubicBezTo>
                    <a:pt x="38780" y="33954"/>
                    <a:pt x="32679" y="36158"/>
                    <a:pt x="25162" y="36160"/>
                  </a:cubicBezTo>
                  <a:lnTo>
                    <a:pt x="25154" y="36160"/>
                  </a:lnTo>
                  <a:cubicBezTo>
                    <a:pt x="21194" y="36160"/>
                    <a:pt x="13650" y="35360"/>
                    <a:pt x="7547" y="30022"/>
                  </a:cubicBezTo>
                  <a:cubicBezTo>
                    <a:pt x="2854" y="25917"/>
                    <a:pt x="373" y="20299"/>
                    <a:pt x="373" y="13778"/>
                  </a:cubicBezTo>
                  <a:cubicBezTo>
                    <a:pt x="373" y="7374"/>
                    <a:pt x="2924" y="2525"/>
                    <a:pt x="4446" y="204"/>
                  </a:cubicBezTo>
                  <a:lnTo>
                    <a:pt x="41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0"/>
            <p:cNvSpPr/>
            <p:nvPr/>
          </p:nvSpPr>
          <p:spPr>
            <a:xfrm rot="-900195">
              <a:off x="1595020" y="1868725"/>
              <a:ext cx="47533" cy="47513"/>
            </a:xfrm>
            <a:custGeom>
              <a:avLst/>
              <a:gdLst/>
              <a:ahLst/>
              <a:cxnLst/>
              <a:rect l="l" t="t" r="r" b="b"/>
              <a:pathLst>
                <a:path w="2313" h="2312" extrusionOk="0">
                  <a:moveTo>
                    <a:pt x="1157" y="1"/>
                  </a:moveTo>
                  <a:cubicBezTo>
                    <a:pt x="519" y="1"/>
                    <a:pt x="0" y="518"/>
                    <a:pt x="0" y="1157"/>
                  </a:cubicBezTo>
                  <a:cubicBezTo>
                    <a:pt x="0" y="1795"/>
                    <a:pt x="519" y="2312"/>
                    <a:pt x="1157" y="2312"/>
                  </a:cubicBezTo>
                  <a:cubicBezTo>
                    <a:pt x="1795" y="2312"/>
                    <a:pt x="2313" y="1795"/>
                    <a:pt x="2313" y="1157"/>
                  </a:cubicBezTo>
                  <a:cubicBezTo>
                    <a:pt x="2313" y="518"/>
                    <a:pt x="1795" y="1"/>
                    <a:pt x="11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0"/>
            <p:cNvSpPr/>
            <p:nvPr/>
          </p:nvSpPr>
          <p:spPr>
            <a:xfrm rot="-900195">
              <a:off x="652726" y="1480371"/>
              <a:ext cx="47533" cy="47533"/>
            </a:xfrm>
            <a:custGeom>
              <a:avLst/>
              <a:gdLst/>
              <a:ahLst/>
              <a:cxnLst/>
              <a:rect l="l" t="t" r="r" b="b"/>
              <a:pathLst>
                <a:path w="2313" h="2313" extrusionOk="0">
                  <a:moveTo>
                    <a:pt x="1156" y="0"/>
                  </a:moveTo>
                  <a:cubicBezTo>
                    <a:pt x="517" y="0"/>
                    <a:pt x="0" y="519"/>
                    <a:pt x="0" y="1156"/>
                  </a:cubicBezTo>
                  <a:cubicBezTo>
                    <a:pt x="0" y="1795"/>
                    <a:pt x="517" y="2313"/>
                    <a:pt x="1156" y="2313"/>
                  </a:cubicBezTo>
                  <a:cubicBezTo>
                    <a:pt x="1794" y="2313"/>
                    <a:pt x="2313" y="1795"/>
                    <a:pt x="2313" y="1156"/>
                  </a:cubicBezTo>
                  <a:cubicBezTo>
                    <a:pt x="2313" y="519"/>
                    <a:pt x="1794" y="0"/>
                    <a:pt x="11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0"/>
            <p:cNvSpPr/>
            <p:nvPr/>
          </p:nvSpPr>
          <p:spPr>
            <a:xfrm rot="-900195">
              <a:off x="1631555" y="1602943"/>
              <a:ext cx="48355" cy="183270"/>
            </a:xfrm>
            <a:custGeom>
              <a:avLst/>
              <a:gdLst/>
              <a:ahLst/>
              <a:cxnLst/>
              <a:rect l="l" t="t" r="r" b="b"/>
              <a:pathLst>
                <a:path w="2353" h="8918" extrusionOk="0">
                  <a:moveTo>
                    <a:pt x="1980" y="1"/>
                  </a:moveTo>
                  <a:cubicBezTo>
                    <a:pt x="1855" y="3012"/>
                    <a:pt x="1189" y="5963"/>
                    <a:pt x="0" y="8772"/>
                  </a:cubicBezTo>
                  <a:lnTo>
                    <a:pt x="344" y="8918"/>
                  </a:lnTo>
                  <a:cubicBezTo>
                    <a:pt x="1549" y="6067"/>
                    <a:pt x="2225" y="3072"/>
                    <a:pt x="2353" y="16"/>
                  </a:cubicBezTo>
                  <a:lnTo>
                    <a:pt x="198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0"/>
            <p:cNvSpPr/>
            <p:nvPr/>
          </p:nvSpPr>
          <p:spPr>
            <a:xfrm rot="-900195">
              <a:off x="696849" y="1286537"/>
              <a:ext cx="175419" cy="110603"/>
            </a:xfrm>
            <a:custGeom>
              <a:avLst/>
              <a:gdLst/>
              <a:ahLst/>
              <a:cxnLst/>
              <a:rect l="l" t="t" r="r" b="b"/>
              <a:pathLst>
                <a:path w="8536" h="5382" extrusionOk="0">
                  <a:moveTo>
                    <a:pt x="8408" y="1"/>
                  </a:moveTo>
                  <a:cubicBezTo>
                    <a:pt x="6623" y="657"/>
                    <a:pt x="4905" y="1518"/>
                    <a:pt x="3303" y="2559"/>
                  </a:cubicBezTo>
                  <a:cubicBezTo>
                    <a:pt x="2140" y="3314"/>
                    <a:pt x="1029" y="4171"/>
                    <a:pt x="1" y="5105"/>
                  </a:cubicBezTo>
                  <a:lnTo>
                    <a:pt x="251" y="5382"/>
                  </a:lnTo>
                  <a:cubicBezTo>
                    <a:pt x="2687" y="3168"/>
                    <a:pt x="5474" y="1477"/>
                    <a:pt x="8535" y="351"/>
                  </a:cubicBezTo>
                  <a:lnTo>
                    <a:pt x="84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0"/>
            <p:cNvSpPr/>
            <p:nvPr/>
          </p:nvSpPr>
          <p:spPr>
            <a:xfrm rot="-900195">
              <a:off x="866404" y="1104006"/>
              <a:ext cx="808684" cy="631148"/>
            </a:xfrm>
            <a:custGeom>
              <a:avLst/>
              <a:gdLst/>
              <a:ahLst/>
              <a:cxnLst/>
              <a:rect l="l" t="t" r="r" b="b"/>
              <a:pathLst>
                <a:path w="39351" h="30712" extrusionOk="0">
                  <a:moveTo>
                    <a:pt x="2" y="0"/>
                  </a:moveTo>
                  <a:lnTo>
                    <a:pt x="1" y="2"/>
                  </a:lnTo>
                  <a:lnTo>
                    <a:pt x="23" y="19"/>
                  </a:lnTo>
                  <a:lnTo>
                    <a:pt x="23" y="19"/>
                  </a:lnTo>
                  <a:cubicBezTo>
                    <a:pt x="16" y="13"/>
                    <a:pt x="9" y="7"/>
                    <a:pt x="2" y="0"/>
                  </a:cubicBezTo>
                  <a:close/>
                  <a:moveTo>
                    <a:pt x="39183" y="30499"/>
                  </a:moveTo>
                  <a:lnTo>
                    <a:pt x="39268" y="30565"/>
                  </a:lnTo>
                  <a:lnTo>
                    <a:pt x="39351" y="30632"/>
                  </a:lnTo>
                  <a:cubicBezTo>
                    <a:pt x="39299" y="30584"/>
                    <a:pt x="39243" y="30539"/>
                    <a:pt x="39183" y="30499"/>
                  </a:cubicBezTo>
                  <a:close/>
                  <a:moveTo>
                    <a:pt x="23" y="19"/>
                  </a:moveTo>
                  <a:cubicBezTo>
                    <a:pt x="509" y="450"/>
                    <a:pt x="678" y="1242"/>
                    <a:pt x="702" y="2218"/>
                  </a:cubicBezTo>
                  <a:cubicBezTo>
                    <a:pt x="1716" y="18125"/>
                    <a:pt x="14938" y="30712"/>
                    <a:pt x="31101" y="30712"/>
                  </a:cubicBezTo>
                  <a:cubicBezTo>
                    <a:pt x="32952" y="30712"/>
                    <a:pt x="34764" y="30545"/>
                    <a:pt x="36525" y="30227"/>
                  </a:cubicBezTo>
                  <a:cubicBezTo>
                    <a:pt x="36943" y="30179"/>
                    <a:pt x="37315" y="30154"/>
                    <a:pt x="37645" y="30154"/>
                  </a:cubicBezTo>
                  <a:cubicBezTo>
                    <a:pt x="38329" y="30154"/>
                    <a:pt x="38831" y="30262"/>
                    <a:pt x="39183" y="30499"/>
                  </a:cubicBezTo>
                  <a:lnTo>
                    <a:pt x="39183" y="30499"/>
                  </a:lnTo>
                  <a:lnTo>
                    <a:pt x="23" y="19"/>
                  </a:ln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547"/>
        <p:cNvGrpSpPr/>
        <p:nvPr/>
      </p:nvGrpSpPr>
      <p:grpSpPr>
        <a:xfrm>
          <a:off x="0" y="0"/>
          <a:ext cx="0" cy="0"/>
          <a:chOff x="0" y="0"/>
          <a:chExt cx="0" cy="0"/>
        </a:xfrm>
      </p:grpSpPr>
      <p:sp>
        <p:nvSpPr>
          <p:cNvPr id="548" name="Google Shape;548;p31"/>
          <p:cNvSpPr/>
          <p:nvPr/>
        </p:nvSpPr>
        <p:spPr>
          <a:xfrm>
            <a:off x="2897575" y="4829150"/>
            <a:ext cx="4944600" cy="139200"/>
          </a:xfrm>
          <a:prstGeom prst="roundRect">
            <a:avLst>
              <a:gd name="adj" fmla="val 50000"/>
            </a:avLst>
          </a:prstGeom>
          <a:gradFill>
            <a:gsLst>
              <a:gs pos="0">
                <a:schemeClr val="lt1"/>
              </a:gs>
              <a:gs pos="60000">
                <a:schemeClr val="accent1"/>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1"/>
          <p:cNvSpPr/>
          <p:nvPr/>
        </p:nvSpPr>
        <p:spPr>
          <a:xfrm>
            <a:off x="1339575" y="317500"/>
            <a:ext cx="1638600" cy="139200"/>
          </a:xfrm>
          <a:prstGeom prst="roundRect">
            <a:avLst>
              <a:gd name="adj" fmla="val 50000"/>
            </a:avLst>
          </a:prstGeom>
          <a:gradFill>
            <a:gsLst>
              <a:gs pos="0">
                <a:schemeClr val="lt1"/>
              </a:gs>
              <a:gs pos="60000">
                <a:schemeClr val="accent3"/>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1"/>
          <p:cNvSpPr/>
          <p:nvPr/>
        </p:nvSpPr>
        <p:spPr>
          <a:xfrm>
            <a:off x="256200" y="1878150"/>
            <a:ext cx="385800" cy="385800"/>
          </a:xfrm>
          <a:prstGeom prst="ellipse">
            <a:avLst/>
          </a:prstGeom>
          <a:gradFill>
            <a:gsLst>
              <a:gs pos="0">
                <a:schemeClr val="accent1"/>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1"/>
          <p:cNvSpPr/>
          <p:nvPr/>
        </p:nvSpPr>
        <p:spPr>
          <a:xfrm>
            <a:off x="8588325" y="3073375"/>
            <a:ext cx="385800" cy="385800"/>
          </a:xfrm>
          <a:prstGeom prst="ellipse">
            <a:avLst/>
          </a:prstGeom>
          <a:gradFill>
            <a:gsLst>
              <a:gs pos="0">
                <a:schemeClr val="lt2"/>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2" name="Google Shape;552;p31"/>
          <p:cNvGrpSpPr/>
          <p:nvPr/>
        </p:nvGrpSpPr>
        <p:grpSpPr>
          <a:xfrm>
            <a:off x="-331100" y="3781875"/>
            <a:ext cx="1244672" cy="1146854"/>
            <a:chOff x="7487975" y="3200500"/>
            <a:chExt cx="1244672" cy="1146854"/>
          </a:xfrm>
        </p:grpSpPr>
        <p:sp>
          <p:nvSpPr>
            <p:cNvPr id="553" name="Google Shape;553;p31"/>
            <p:cNvSpPr/>
            <p:nvPr/>
          </p:nvSpPr>
          <p:spPr>
            <a:xfrm>
              <a:off x="7487975" y="3200500"/>
              <a:ext cx="1244672" cy="1146854"/>
            </a:xfrm>
            <a:custGeom>
              <a:avLst/>
              <a:gdLst/>
              <a:ahLst/>
              <a:cxnLst/>
              <a:rect l="l" t="t" r="r" b="b"/>
              <a:pathLst>
                <a:path w="60568" h="55808" extrusionOk="0">
                  <a:moveTo>
                    <a:pt x="19507" y="0"/>
                  </a:moveTo>
                  <a:cubicBezTo>
                    <a:pt x="18522" y="0"/>
                    <a:pt x="17011" y="589"/>
                    <a:pt x="14723" y="2027"/>
                  </a:cubicBezTo>
                  <a:lnTo>
                    <a:pt x="14856" y="1952"/>
                  </a:lnTo>
                  <a:lnTo>
                    <a:pt x="14856" y="1952"/>
                  </a:lnTo>
                  <a:cubicBezTo>
                    <a:pt x="5961" y="7269"/>
                    <a:pt x="0" y="16991"/>
                    <a:pt x="0" y="28108"/>
                  </a:cubicBezTo>
                  <a:cubicBezTo>
                    <a:pt x="0" y="44932"/>
                    <a:pt x="13638" y="55807"/>
                    <a:pt x="30461" y="55807"/>
                  </a:cubicBezTo>
                  <a:cubicBezTo>
                    <a:pt x="43425" y="55807"/>
                    <a:pt x="54497" y="49451"/>
                    <a:pt x="58894" y="38754"/>
                  </a:cubicBezTo>
                  <a:cubicBezTo>
                    <a:pt x="59386" y="37556"/>
                    <a:pt x="59750" y="36306"/>
                    <a:pt x="60018" y="35040"/>
                  </a:cubicBezTo>
                  <a:cubicBezTo>
                    <a:pt x="60475" y="32880"/>
                    <a:pt x="60568" y="31598"/>
                    <a:pt x="59892" y="30967"/>
                  </a:cubicBezTo>
                  <a:lnTo>
                    <a:pt x="59810" y="30900"/>
                  </a:lnTo>
                  <a:lnTo>
                    <a:pt x="20543" y="337"/>
                  </a:lnTo>
                  <a:lnTo>
                    <a:pt x="20544" y="335"/>
                  </a:lnTo>
                  <a:cubicBezTo>
                    <a:pt x="20290" y="120"/>
                    <a:pt x="19952" y="0"/>
                    <a:pt x="19507" y="0"/>
                  </a:cubicBez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1"/>
            <p:cNvSpPr/>
            <p:nvPr/>
          </p:nvSpPr>
          <p:spPr>
            <a:xfrm>
              <a:off x="7525458" y="3223845"/>
              <a:ext cx="1167528" cy="1086026"/>
            </a:xfrm>
            <a:custGeom>
              <a:avLst/>
              <a:gdLst/>
              <a:ahLst/>
              <a:cxnLst/>
              <a:rect l="l" t="t" r="r" b="b"/>
              <a:pathLst>
                <a:path w="56814" h="52848" extrusionOk="0">
                  <a:moveTo>
                    <a:pt x="19219" y="0"/>
                  </a:moveTo>
                  <a:cubicBezTo>
                    <a:pt x="18944" y="8"/>
                    <a:pt x="16401" y="855"/>
                    <a:pt x="13965" y="2375"/>
                  </a:cubicBezTo>
                  <a:lnTo>
                    <a:pt x="13968" y="2381"/>
                  </a:lnTo>
                  <a:cubicBezTo>
                    <a:pt x="5353" y="7531"/>
                    <a:pt x="0" y="16953"/>
                    <a:pt x="0" y="26972"/>
                  </a:cubicBezTo>
                  <a:cubicBezTo>
                    <a:pt x="0" y="34512"/>
                    <a:pt x="2870" y="41009"/>
                    <a:pt x="8299" y="45758"/>
                  </a:cubicBezTo>
                  <a:cubicBezTo>
                    <a:pt x="13525" y="50331"/>
                    <a:pt x="20749" y="52848"/>
                    <a:pt x="28637" y="52848"/>
                  </a:cubicBezTo>
                  <a:cubicBezTo>
                    <a:pt x="41098" y="52848"/>
                    <a:pt x="51346" y="46747"/>
                    <a:pt x="55384" y="36925"/>
                  </a:cubicBezTo>
                  <a:cubicBezTo>
                    <a:pt x="55804" y="35902"/>
                    <a:pt x="56149" y="34759"/>
                    <a:pt x="56410" y="33526"/>
                  </a:cubicBezTo>
                  <a:cubicBezTo>
                    <a:pt x="56739" y="31972"/>
                    <a:pt x="56814" y="29076"/>
                    <a:pt x="56777" y="28823"/>
                  </a:cubicBezTo>
                  <a:lnTo>
                    <a:pt x="1921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1"/>
            <p:cNvSpPr/>
            <p:nvPr/>
          </p:nvSpPr>
          <p:spPr>
            <a:xfrm>
              <a:off x="7596210" y="3493542"/>
              <a:ext cx="895014" cy="750753"/>
            </a:xfrm>
            <a:custGeom>
              <a:avLst/>
              <a:gdLst/>
              <a:ahLst/>
              <a:cxnLst/>
              <a:rect l="l" t="t" r="r" b="b"/>
              <a:pathLst>
                <a:path w="43553" h="36533" extrusionOk="0">
                  <a:moveTo>
                    <a:pt x="4134" y="1"/>
                  </a:moveTo>
                  <a:cubicBezTo>
                    <a:pt x="3396" y="1126"/>
                    <a:pt x="2338" y="2964"/>
                    <a:pt x="1489" y="5320"/>
                  </a:cubicBezTo>
                  <a:cubicBezTo>
                    <a:pt x="501" y="8060"/>
                    <a:pt x="1" y="10906"/>
                    <a:pt x="1" y="13778"/>
                  </a:cubicBezTo>
                  <a:cubicBezTo>
                    <a:pt x="1" y="20410"/>
                    <a:pt x="2525" y="26124"/>
                    <a:pt x="7302" y="30302"/>
                  </a:cubicBezTo>
                  <a:cubicBezTo>
                    <a:pt x="8902" y="31702"/>
                    <a:pt x="10723" y="32891"/>
                    <a:pt x="12714" y="33837"/>
                  </a:cubicBezTo>
                  <a:cubicBezTo>
                    <a:pt x="14363" y="34619"/>
                    <a:pt x="16148" y="35243"/>
                    <a:pt x="18017" y="35693"/>
                  </a:cubicBezTo>
                  <a:cubicBezTo>
                    <a:pt x="20335" y="36249"/>
                    <a:pt x="22736" y="36533"/>
                    <a:pt x="25154" y="36533"/>
                  </a:cubicBezTo>
                  <a:lnTo>
                    <a:pt x="25162" y="36533"/>
                  </a:lnTo>
                  <a:cubicBezTo>
                    <a:pt x="26403" y="36532"/>
                    <a:pt x="29307" y="36531"/>
                    <a:pt x="32720" y="35700"/>
                  </a:cubicBezTo>
                  <a:cubicBezTo>
                    <a:pt x="36969" y="34665"/>
                    <a:pt x="40613" y="32707"/>
                    <a:pt x="43553" y="29878"/>
                  </a:cubicBezTo>
                  <a:lnTo>
                    <a:pt x="43295" y="29610"/>
                  </a:lnTo>
                  <a:cubicBezTo>
                    <a:pt x="38780" y="33954"/>
                    <a:pt x="32679" y="36158"/>
                    <a:pt x="25162" y="36160"/>
                  </a:cubicBezTo>
                  <a:lnTo>
                    <a:pt x="25154" y="36160"/>
                  </a:lnTo>
                  <a:cubicBezTo>
                    <a:pt x="21194" y="36160"/>
                    <a:pt x="13650" y="35360"/>
                    <a:pt x="7547" y="30022"/>
                  </a:cubicBezTo>
                  <a:cubicBezTo>
                    <a:pt x="2854" y="25917"/>
                    <a:pt x="373" y="20299"/>
                    <a:pt x="373" y="13778"/>
                  </a:cubicBezTo>
                  <a:cubicBezTo>
                    <a:pt x="373" y="7374"/>
                    <a:pt x="2924" y="2525"/>
                    <a:pt x="4446" y="204"/>
                  </a:cubicBezTo>
                  <a:lnTo>
                    <a:pt x="41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1"/>
            <p:cNvSpPr/>
            <p:nvPr/>
          </p:nvSpPr>
          <p:spPr>
            <a:xfrm>
              <a:off x="8504483" y="4046047"/>
              <a:ext cx="47532" cy="47512"/>
            </a:xfrm>
            <a:custGeom>
              <a:avLst/>
              <a:gdLst/>
              <a:ahLst/>
              <a:cxnLst/>
              <a:rect l="l" t="t" r="r" b="b"/>
              <a:pathLst>
                <a:path w="2313" h="2312" extrusionOk="0">
                  <a:moveTo>
                    <a:pt x="1157" y="1"/>
                  </a:moveTo>
                  <a:cubicBezTo>
                    <a:pt x="519" y="1"/>
                    <a:pt x="0" y="518"/>
                    <a:pt x="0" y="1157"/>
                  </a:cubicBezTo>
                  <a:cubicBezTo>
                    <a:pt x="0" y="1795"/>
                    <a:pt x="519" y="2312"/>
                    <a:pt x="1157" y="2312"/>
                  </a:cubicBezTo>
                  <a:cubicBezTo>
                    <a:pt x="1795" y="2312"/>
                    <a:pt x="2313" y="1795"/>
                    <a:pt x="2313" y="1157"/>
                  </a:cubicBezTo>
                  <a:cubicBezTo>
                    <a:pt x="2313" y="518"/>
                    <a:pt x="1795" y="1"/>
                    <a:pt x="11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1"/>
            <p:cNvSpPr/>
            <p:nvPr/>
          </p:nvSpPr>
          <p:spPr>
            <a:xfrm>
              <a:off x="7694807" y="3427042"/>
              <a:ext cx="47532" cy="47532"/>
            </a:xfrm>
            <a:custGeom>
              <a:avLst/>
              <a:gdLst/>
              <a:ahLst/>
              <a:cxnLst/>
              <a:rect l="l" t="t" r="r" b="b"/>
              <a:pathLst>
                <a:path w="2313" h="2313" extrusionOk="0">
                  <a:moveTo>
                    <a:pt x="1156" y="0"/>
                  </a:moveTo>
                  <a:cubicBezTo>
                    <a:pt x="517" y="0"/>
                    <a:pt x="0" y="519"/>
                    <a:pt x="0" y="1156"/>
                  </a:cubicBezTo>
                  <a:cubicBezTo>
                    <a:pt x="0" y="1795"/>
                    <a:pt x="517" y="2313"/>
                    <a:pt x="1156" y="2313"/>
                  </a:cubicBezTo>
                  <a:cubicBezTo>
                    <a:pt x="1794" y="2313"/>
                    <a:pt x="2313" y="1795"/>
                    <a:pt x="2313" y="1156"/>
                  </a:cubicBezTo>
                  <a:cubicBezTo>
                    <a:pt x="2313" y="519"/>
                    <a:pt x="1794" y="0"/>
                    <a:pt x="11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1"/>
            <p:cNvSpPr/>
            <p:nvPr/>
          </p:nvSpPr>
          <p:spPr>
            <a:xfrm>
              <a:off x="8590976" y="3796571"/>
              <a:ext cx="48354" cy="183265"/>
            </a:xfrm>
            <a:custGeom>
              <a:avLst/>
              <a:gdLst/>
              <a:ahLst/>
              <a:cxnLst/>
              <a:rect l="l" t="t" r="r" b="b"/>
              <a:pathLst>
                <a:path w="2353" h="8918" extrusionOk="0">
                  <a:moveTo>
                    <a:pt x="1980" y="1"/>
                  </a:moveTo>
                  <a:cubicBezTo>
                    <a:pt x="1855" y="3012"/>
                    <a:pt x="1189" y="5963"/>
                    <a:pt x="0" y="8772"/>
                  </a:cubicBezTo>
                  <a:lnTo>
                    <a:pt x="344" y="8918"/>
                  </a:lnTo>
                  <a:cubicBezTo>
                    <a:pt x="1549" y="6067"/>
                    <a:pt x="2225" y="3072"/>
                    <a:pt x="2353" y="16"/>
                  </a:cubicBezTo>
                  <a:lnTo>
                    <a:pt x="198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1"/>
            <p:cNvSpPr/>
            <p:nvPr/>
          </p:nvSpPr>
          <p:spPr>
            <a:xfrm>
              <a:off x="7777252" y="3266712"/>
              <a:ext cx="175415" cy="110600"/>
            </a:xfrm>
            <a:custGeom>
              <a:avLst/>
              <a:gdLst/>
              <a:ahLst/>
              <a:cxnLst/>
              <a:rect l="l" t="t" r="r" b="b"/>
              <a:pathLst>
                <a:path w="8536" h="5382" extrusionOk="0">
                  <a:moveTo>
                    <a:pt x="8408" y="1"/>
                  </a:moveTo>
                  <a:cubicBezTo>
                    <a:pt x="6623" y="657"/>
                    <a:pt x="4905" y="1518"/>
                    <a:pt x="3303" y="2559"/>
                  </a:cubicBezTo>
                  <a:cubicBezTo>
                    <a:pt x="2140" y="3314"/>
                    <a:pt x="1029" y="4171"/>
                    <a:pt x="1" y="5105"/>
                  </a:cubicBezTo>
                  <a:lnTo>
                    <a:pt x="251" y="5382"/>
                  </a:lnTo>
                  <a:cubicBezTo>
                    <a:pt x="2687" y="3168"/>
                    <a:pt x="5474" y="1477"/>
                    <a:pt x="8535" y="351"/>
                  </a:cubicBezTo>
                  <a:lnTo>
                    <a:pt x="84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1"/>
            <p:cNvSpPr/>
            <p:nvPr/>
          </p:nvSpPr>
          <p:spPr>
            <a:xfrm>
              <a:off x="7910106" y="3207384"/>
              <a:ext cx="808663" cy="631132"/>
            </a:xfrm>
            <a:custGeom>
              <a:avLst/>
              <a:gdLst/>
              <a:ahLst/>
              <a:cxnLst/>
              <a:rect l="l" t="t" r="r" b="b"/>
              <a:pathLst>
                <a:path w="39351" h="30712" extrusionOk="0">
                  <a:moveTo>
                    <a:pt x="2" y="0"/>
                  </a:moveTo>
                  <a:lnTo>
                    <a:pt x="1" y="2"/>
                  </a:lnTo>
                  <a:lnTo>
                    <a:pt x="23" y="19"/>
                  </a:lnTo>
                  <a:lnTo>
                    <a:pt x="23" y="19"/>
                  </a:lnTo>
                  <a:cubicBezTo>
                    <a:pt x="16" y="13"/>
                    <a:pt x="9" y="7"/>
                    <a:pt x="2" y="0"/>
                  </a:cubicBezTo>
                  <a:close/>
                  <a:moveTo>
                    <a:pt x="39183" y="30499"/>
                  </a:moveTo>
                  <a:lnTo>
                    <a:pt x="39268" y="30565"/>
                  </a:lnTo>
                  <a:lnTo>
                    <a:pt x="39351" y="30632"/>
                  </a:lnTo>
                  <a:cubicBezTo>
                    <a:pt x="39299" y="30584"/>
                    <a:pt x="39243" y="30539"/>
                    <a:pt x="39183" y="30499"/>
                  </a:cubicBezTo>
                  <a:close/>
                  <a:moveTo>
                    <a:pt x="23" y="19"/>
                  </a:moveTo>
                  <a:cubicBezTo>
                    <a:pt x="509" y="450"/>
                    <a:pt x="678" y="1242"/>
                    <a:pt x="702" y="2218"/>
                  </a:cubicBezTo>
                  <a:cubicBezTo>
                    <a:pt x="1716" y="18125"/>
                    <a:pt x="14938" y="30712"/>
                    <a:pt x="31101" y="30712"/>
                  </a:cubicBezTo>
                  <a:cubicBezTo>
                    <a:pt x="32952" y="30712"/>
                    <a:pt x="34764" y="30545"/>
                    <a:pt x="36525" y="30227"/>
                  </a:cubicBezTo>
                  <a:cubicBezTo>
                    <a:pt x="36943" y="30179"/>
                    <a:pt x="37315" y="30154"/>
                    <a:pt x="37645" y="30154"/>
                  </a:cubicBezTo>
                  <a:cubicBezTo>
                    <a:pt x="38329" y="30154"/>
                    <a:pt x="38831" y="30262"/>
                    <a:pt x="39183" y="30499"/>
                  </a:cubicBezTo>
                  <a:lnTo>
                    <a:pt x="39183" y="30499"/>
                  </a:lnTo>
                  <a:lnTo>
                    <a:pt x="23" y="19"/>
                  </a:ln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1" name="Google Shape;561;p31"/>
          <p:cNvGrpSpPr/>
          <p:nvPr/>
        </p:nvGrpSpPr>
        <p:grpSpPr>
          <a:xfrm rot="4339617">
            <a:off x="8321475" y="1441213"/>
            <a:ext cx="1119497" cy="1067850"/>
            <a:chOff x="388966" y="999821"/>
            <a:chExt cx="1499173" cy="1430011"/>
          </a:xfrm>
        </p:grpSpPr>
        <p:sp>
          <p:nvSpPr>
            <p:cNvPr id="562" name="Google Shape;562;p31"/>
            <p:cNvSpPr/>
            <p:nvPr/>
          </p:nvSpPr>
          <p:spPr>
            <a:xfrm rot="-900195">
              <a:off x="516200" y="1141384"/>
              <a:ext cx="1244705" cy="1146885"/>
            </a:xfrm>
            <a:custGeom>
              <a:avLst/>
              <a:gdLst/>
              <a:ahLst/>
              <a:cxnLst/>
              <a:rect l="l" t="t" r="r" b="b"/>
              <a:pathLst>
                <a:path w="60568" h="55808" extrusionOk="0">
                  <a:moveTo>
                    <a:pt x="19507" y="0"/>
                  </a:moveTo>
                  <a:cubicBezTo>
                    <a:pt x="18522" y="0"/>
                    <a:pt x="17011" y="589"/>
                    <a:pt x="14723" y="2027"/>
                  </a:cubicBezTo>
                  <a:lnTo>
                    <a:pt x="14856" y="1952"/>
                  </a:lnTo>
                  <a:lnTo>
                    <a:pt x="14856" y="1952"/>
                  </a:lnTo>
                  <a:cubicBezTo>
                    <a:pt x="5961" y="7269"/>
                    <a:pt x="0" y="16991"/>
                    <a:pt x="0" y="28108"/>
                  </a:cubicBezTo>
                  <a:cubicBezTo>
                    <a:pt x="0" y="44932"/>
                    <a:pt x="13638" y="55807"/>
                    <a:pt x="30461" y="55807"/>
                  </a:cubicBezTo>
                  <a:cubicBezTo>
                    <a:pt x="43425" y="55807"/>
                    <a:pt x="54497" y="49451"/>
                    <a:pt x="58894" y="38754"/>
                  </a:cubicBezTo>
                  <a:cubicBezTo>
                    <a:pt x="59386" y="37556"/>
                    <a:pt x="59750" y="36306"/>
                    <a:pt x="60018" y="35040"/>
                  </a:cubicBezTo>
                  <a:cubicBezTo>
                    <a:pt x="60475" y="32880"/>
                    <a:pt x="60568" y="31598"/>
                    <a:pt x="59892" y="30967"/>
                  </a:cubicBezTo>
                  <a:lnTo>
                    <a:pt x="59810" y="30900"/>
                  </a:lnTo>
                  <a:lnTo>
                    <a:pt x="20543" y="337"/>
                  </a:lnTo>
                  <a:lnTo>
                    <a:pt x="20544" y="335"/>
                  </a:lnTo>
                  <a:cubicBezTo>
                    <a:pt x="20290" y="120"/>
                    <a:pt x="19952" y="0"/>
                    <a:pt x="19507" y="0"/>
                  </a:cubicBez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1"/>
            <p:cNvSpPr/>
            <p:nvPr/>
          </p:nvSpPr>
          <p:spPr>
            <a:xfrm rot="-900195">
              <a:off x="551888" y="1165254"/>
              <a:ext cx="1167559" cy="1086055"/>
            </a:xfrm>
            <a:custGeom>
              <a:avLst/>
              <a:gdLst/>
              <a:ahLst/>
              <a:cxnLst/>
              <a:rect l="l" t="t" r="r" b="b"/>
              <a:pathLst>
                <a:path w="56814" h="52848" extrusionOk="0">
                  <a:moveTo>
                    <a:pt x="19219" y="0"/>
                  </a:moveTo>
                  <a:cubicBezTo>
                    <a:pt x="18944" y="8"/>
                    <a:pt x="16401" y="855"/>
                    <a:pt x="13965" y="2375"/>
                  </a:cubicBezTo>
                  <a:lnTo>
                    <a:pt x="13968" y="2381"/>
                  </a:lnTo>
                  <a:cubicBezTo>
                    <a:pt x="5353" y="7531"/>
                    <a:pt x="0" y="16953"/>
                    <a:pt x="0" y="26972"/>
                  </a:cubicBezTo>
                  <a:cubicBezTo>
                    <a:pt x="0" y="34512"/>
                    <a:pt x="2870" y="41009"/>
                    <a:pt x="8299" y="45758"/>
                  </a:cubicBezTo>
                  <a:cubicBezTo>
                    <a:pt x="13525" y="50331"/>
                    <a:pt x="20749" y="52848"/>
                    <a:pt x="28637" y="52848"/>
                  </a:cubicBezTo>
                  <a:cubicBezTo>
                    <a:pt x="41098" y="52848"/>
                    <a:pt x="51346" y="46747"/>
                    <a:pt x="55384" y="36925"/>
                  </a:cubicBezTo>
                  <a:cubicBezTo>
                    <a:pt x="55804" y="35902"/>
                    <a:pt x="56149" y="34759"/>
                    <a:pt x="56410" y="33526"/>
                  </a:cubicBezTo>
                  <a:cubicBezTo>
                    <a:pt x="56739" y="31972"/>
                    <a:pt x="56814" y="29076"/>
                    <a:pt x="56777" y="28823"/>
                  </a:cubicBezTo>
                  <a:lnTo>
                    <a:pt x="192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1"/>
            <p:cNvSpPr/>
            <p:nvPr/>
          </p:nvSpPr>
          <p:spPr>
            <a:xfrm rot="-900195">
              <a:off x="651280" y="1448439"/>
              <a:ext cx="895038" cy="750773"/>
            </a:xfrm>
            <a:custGeom>
              <a:avLst/>
              <a:gdLst/>
              <a:ahLst/>
              <a:cxnLst/>
              <a:rect l="l" t="t" r="r" b="b"/>
              <a:pathLst>
                <a:path w="43553" h="36533" extrusionOk="0">
                  <a:moveTo>
                    <a:pt x="4134" y="1"/>
                  </a:moveTo>
                  <a:cubicBezTo>
                    <a:pt x="3396" y="1126"/>
                    <a:pt x="2338" y="2964"/>
                    <a:pt x="1489" y="5320"/>
                  </a:cubicBezTo>
                  <a:cubicBezTo>
                    <a:pt x="501" y="8060"/>
                    <a:pt x="1" y="10906"/>
                    <a:pt x="1" y="13778"/>
                  </a:cubicBezTo>
                  <a:cubicBezTo>
                    <a:pt x="1" y="20410"/>
                    <a:pt x="2525" y="26124"/>
                    <a:pt x="7302" y="30302"/>
                  </a:cubicBezTo>
                  <a:cubicBezTo>
                    <a:pt x="8902" y="31702"/>
                    <a:pt x="10723" y="32891"/>
                    <a:pt x="12714" y="33837"/>
                  </a:cubicBezTo>
                  <a:cubicBezTo>
                    <a:pt x="14363" y="34619"/>
                    <a:pt x="16148" y="35243"/>
                    <a:pt x="18017" y="35693"/>
                  </a:cubicBezTo>
                  <a:cubicBezTo>
                    <a:pt x="20335" y="36249"/>
                    <a:pt x="22736" y="36533"/>
                    <a:pt x="25154" y="36533"/>
                  </a:cubicBezTo>
                  <a:lnTo>
                    <a:pt x="25162" y="36533"/>
                  </a:lnTo>
                  <a:cubicBezTo>
                    <a:pt x="26403" y="36532"/>
                    <a:pt x="29307" y="36531"/>
                    <a:pt x="32720" y="35700"/>
                  </a:cubicBezTo>
                  <a:cubicBezTo>
                    <a:pt x="36969" y="34665"/>
                    <a:pt x="40613" y="32707"/>
                    <a:pt x="43553" y="29878"/>
                  </a:cubicBezTo>
                  <a:lnTo>
                    <a:pt x="43295" y="29610"/>
                  </a:lnTo>
                  <a:cubicBezTo>
                    <a:pt x="38780" y="33954"/>
                    <a:pt x="32679" y="36158"/>
                    <a:pt x="25162" y="36160"/>
                  </a:cubicBezTo>
                  <a:lnTo>
                    <a:pt x="25154" y="36160"/>
                  </a:lnTo>
                  <a:cubicBezTo>
                    <a:pt x="21194" y="36160"/>
                    <a:pt x="13650" y="35360"/>
                    <a:pt x="7547" y="30022"/>
                  </a:cubicBezTo>
                  <a:cubicBezTo>
                    <a:pt x="2854" y="25917"/>
                    <a:pt x="373" y="20299"/>
                    <a:pt x="373" y="13778"/>
                  </a:cubicBezTo>
                  <a:cubicBezTo>
                    <a:pt x="373" y="7374"/>
                    <a:pt x="2924" y="2525"/>
                    <a:pt x="4446" y="204"/>
                  </a:cubicBezTo>
                  <a:lnTo>
                    <a:pt x="41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1"/>
            <p:cNvSpPr/>
            <p:nvPr/>
          </p:nvSpPr>
          <p:spPr>
            <a:xfrm rot="-900195">
              <a:off x="1595020" y="1868725"/>
              <a:ext cx="47533" cy="47513"/>
            </a:xfrm>
            <a:custGeom>
              <a:avLst/>
              <a:gdLst/>
              <a:ahLst/>
              <a:cxnLst/>
              <a:rect l="l" t="t" r="r" b="b"/>
              <a:pathLst>
                <a:path w="2313" h="2312" extrusionOk="0">
                  <a:moveTo>
                    <a:pt x="1157" y="1"/>
                  </a:moveTo>
                  <a:cubicBezTo>
                    <a:pt x="519" y="1"/>
                    <a:pt x="0" y="518"/>
                    <a:pt x="0" y="1157"/>
                  </a:cubicBezTo>
                  <a:cubicBezTo>
                    <a:pt x="0" y="1795"/>
                    <a:pt x="519" y="2312"/>
                    <a:pt x="1157" y="2312"/>
                  </a:cubicBezTo>
                  <a:cubicBezTo>
                    <a:pt x="1795" y="2312"/>
                    <a:pt x="2313" y="1795"/>
                    <a:pt x="2313" y="1157"/>
                  </a:cubicBezTo>
                  <a:cubicBezTo>
                    <a:pt x="2313" y="518"/>
                    <a:pt x="1795" y="1"/>
                    <a:pt x="11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1"/>
            <p:cNvSpPr/>
            <p:nvPr/>
          </p:nvSpPr>
          <p:spPr>
            <a:xfrm rot="-900195">
              <a:off x="652726" y="1480371"/>
              <a:ext cx="47533" cy="47533"/>
            </a:xfrm>
            <a:custGeom>
              <a:avLst/>
              <a:gdLst/>
              <a:ahLst/>
              <a:cxnLst/>
              <a:rect l="l" t="t" r="r" b="b"/>
              <a:pathLst>
                <a:path w="2313" h="2313" extrusionOk="0">
                  <a:moveTo>
                    <a:pt x="1156" y="0"/>
                  </a:moveTo>
                  <a:cubicBezTo>
                    <a:pt x="517" y="0"/>
                    <a:pt x="0" y="519"/>
                    <a:pt x="0" y="1156"/>
                  </a:cubicBezTo>
                  <a:cubicBezTo>
                    <a:pt x="0" y="1795"/>
                    <a:pt x="517" y="2313"/>
                    <a:pt x="1156" y="2313"/>
                  </a:cubicBezTo>
                  <a:cubicBezTo>
                    <a:pt x="1794" y="2313"/>
                    <a:pt x="2313" y="1795"/>
                    <a:pt x="2313" y="1156"/>
                  </a:cubicBezTo>
                  <a:cubicBezTo>
                    <a:pt x="2313" y="519"/>
                    <a:pt x="1794" y="0"/>
                    <a:pt x="11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1"/>
            <p:cNvSpPr/>
            <p:nvPr/>
          </p:nvSpPr>
          <p:spPr>
            <a:xfrm rot="-900195">
              <a:off x="1631555" y="1602943"/>
              <a:ext cx="48355" cy="183270"/>
            </a:xfrm>
            <a:custGeom>
              <a:avLst/>
              <a:gdLst/>
              <a:ahLst/>
              <a:cxnLst/>
              <a:rect l="l" t="t" r="r" b="b"/>
              <a:pathLst>
                <a:path w="2353" h="8918" extrusionOk="0">
                  <a:moveTo>
                    <a:pt x="1980" y="1"/>
                  </a:moveTo>
                  <a:cubicBezTo>
                    <a:pt x="1855" y="3012"/>
                    <a:pt x="1189" y="5963"/>
                    <a:pt x="0" y="8772"/>
                  </a:cubicBezTo>
                  <a:lnTo>
                    <a:pt x="344" y="8918"/>
                  </a:lnTo>
                  <a:cubicBezTo>
                    <a:pt x="1549" y="6067"/>
                    <a:pt x="2225" y="3072"/>
                    <a:pt x="2353" y="16"/>
                  </a:cubicBezTo>
                  <a:lnTo>
                    <a:pt x="198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1"/>
            <p:cNvSpPr/>
            <p:nvPr/>
          </p:nvSpPr>
          <p:spPr>
            <a:xfrm rot="-900195">
              <a:off x="696849" y="1286537"/>
              <a:ext cx="175419" cy="110603"/>
            </a:xfrm>
            <a:custGeom>
              <a:avLst/>
              <a:gdLst/>
              <a:ahLst/>
              <a:cxnLst/>
              <a:rect l="l" t="t" r="r" b="b"/>
              <a:pathLst>
                <a:path w="8536" h="5382" extrusionOk="0">
                  <a:moveTo>
                    <a:pt x="8408" y="1"/>
                  </a:moveTo>
                  <a:cubicBezTo>
                    <a:pt x="6623" y="657"/>
                    <a:pt x="4905" y="1518"/>
                    <a:pt x="3303" y="2559"/>
                  </a:cubicBezTo>
                  <a:cubicBezTo>
                    <a:pt x="2140" y="3314"/>
                    <a:pt x="1029" y="4171"/>
                    <a:pt x="1" y="5105"/>
                  </a:cubicBezTo>
                  <a:lnTo>
                    <a:pt x="251" y="5382"/>
                  </a:lnTo>
                  <a:cubicBezTo>
                    <a:pt x="2687" y="3168"/>
                    <a:pt x="5474" y="1477"/>
                    <a:pt x="8535" y="351"/>
                  </a:cubicBezTo>
                  <a:lnTo>
                    <a:pt x="84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1"/>
            <p:cNvSpPr/>
            <p:nvPr/>
          </p:nvSpPr>
          <p:spPr>
            <a:xfrm rot="-900195">
              <a:off x="866404" y="1104006"/>
              <a:ext cx="808684" cy="631148"/>
            </a:xfrm>
            <a:custGeom>
              <a:avLst/>
              <a:gdLst/>
              <a:ahLst/>
              <a:cxnLst/>
              <a:rect l="l" t="t" r="r" b="b"/>
              <a:pathLst>
                <a:path w="39351" h="30712" extrusionOk="0">
                  <a:moveTo>
                    <a:pt x="2" y="0"/>
                  </a:moveTo>
                  <a:lnTo>
                    <a:pt x="1" y="2"/>
                  </a:lnTo>
                  <a:lnTo>
                    <a:pt x="23" y="19"/>
                  </a:lnTo>
                  <a:lnTo>
                    <a:pt x="23" y="19"/>
                  </a:lnTo>
                  <a:cubicBezTo>
                    <a:pt x="16" y="13"/>
                    <a:pt x="9" y="7"/>
                    <a:pt x="2" y="0"/>
                  </a:cubicBezTo>
                  <a:close/>
                  <a:moveTo>
                    <a:pt x="39183" y="30499"/>
                  </a:moveTo>
                  <a:lnTo>
                    <a:pt x="39268" y="30565"/>
                  </a:lnTo>
                  <a:lnTo>
                    <a:pt x="39351" y="30632"/>
                  </a:lnTo>
                  <a:cubicBezTo>
                    <a:pt x="39299" y="30584"/>
                    <a:pt x="39243" y="30539"/>
                    <a:pt x="39183" y="30499"/>
                  </a:cubicBezTo>
                  <a:close/>
                  <a:moveTo>
                    <a:pt x="23" y="19"/>
                  </a:moveTo>
                  <a:cubicBezTo>
                    <a:pt x="509" y="450"/>
                    <a:pt x="678" y="1242"/>
                    <a:pt x="702" y="2218"/>
                  </a:cubicBezTo>
                  <a:cubicBezTo>
                    <a:pt x="1716" y="18125"/>
                    <a:pt x="14938" y="30712"/>
                    <a:pt x="31101" y="30712"/>
                  </a:cubicBezTo>
                  <a:cubicBezTo>
                    <a:pt x="32952" y="30712"/>
                    <a:pt x="34764" y="30545"/>
                    <a:pt x="36525" y="30227"/>
                  </a:cubicBezTo>
                  <a:cubicBezTo>
                    <a:pt x="36943" y="30179"/>
                    <a:pt x="37315" y="30154"/>
                    <a:pt x="37645" y="30154"/>
                  </a:cubicBezTo>
                  <a:cubicBezTo>
                    <a:pt x="38329" y="30154"/>
                    <a:pt x="38831" y="30262"/>
                    <a:pt x="39183" y="30499"/>
                  </a:cubicBezTo>
                  <a:lnTo>
                    <a:pt x="39183" y="30499"/>
                  </a:lnTo>
                  <a:lnTo>
                    <a:pt x="23" y="19"/>
                  </a:ln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539400"/>
            <a:ext cx="8520600" cy="572700"/>
          </a:xfrm>
          <a:prstGeom prst="rect">
            <a:avLst/>
          </a:prstGeom>
          <a:noFill/>
          <a:ln>
            <a:noFill/>
          </a:ln>
          <a:effectLst>
            <a:outerShdw dist="28575" dir="2640000" algn="bl" rotWithShape="0">
              <a:schemeClr val="accent2"/>
            </a:outerShdw>
          </a:effectLst>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Metrophobic"/>
              <a:buNone/>
              <a:defRPr sz="3500" b="1">
                <a:solidFill>
                  <a:schemeClr val="dk1"/>
                </a:solidFill>
                <a:latin typeface="Metrophobic"/>
                <a:ea typeface="Metrophobic"/>
                <a:cs typeface="Metrophobic"/>
                <a:sym typeface="Metrophobic"/>
              </a:defRPr>
            </a:lvl1pPr>
            <a:lvl2pPr lvl="1" rtl="0">
              <a:spcBef>
                <a:spcPts val="0"/>
              </a:spcBef>
              <a:spcAft>
                <a:spcPts val="0"/>
              </a:spcAft>
              <a:buClr>
                <a:schemeClr val="dk1"/>
              </a:buClr>
              <a:buSzPts val="3500"/>
              <a:buFont typeface="Metrophobic"/>
              <a:buNone/>
              <a:defRPr sz="3500" b="1">
                <a:solidFill>
                  <a:schemeClr val="dk1"/>
                </a:solidFill>
                <a:latin typeface="Metrophobic"/>
                <a:ea typeface="Metrophobic"/>
                <a:cs typeface="Metrophobic"/>
                <a:sym typeface="Metrophobic"/>
              </a:defRPr>
            </a:lvl2pPr>
            <a:lvl3pPr lvl="2" rtl="0">
              <a:spcBef>
                <a:spcPts val="0"/>
              </a:spcBef>
              <a:spcAft>
                <a:spcPts val="0"/>
              </a:spcAft>
              <a:buClr>
                <a:schemeClr val="dk1"/>
              </a:buClr>
              <a:buSzPts val="3500"/>
              <a:buFont typeface="Metrophobic"/>
              <a:buNone/>
              <a:defRPr sz="3500" b="1">
                <a:solidFill>
                  <a:schemeClr val="dk1"/>
                </a:solidFill>
                <a:latin typeface="Metrophobic"/>
                <a:ea typeface="Metrophobic"/>
                <a:cs typeface="Metrophobic"/>
                <a:sym typeface="Metrophobic"/>
              </a:defRPr>
            </a:lvl3pPr>
            <a:lvl4pPr lvl="3" rtl="0">
              <a:spcBef>
                <a:spcPts val="0"/>
              </a:spcBef>
              <a:spcAft>
                <a:spcPts val="0"/>
              </a:spcAft>
              <a:buClr>
                <a:schemeClr val="dk1"/>
              </a:buClr>
              <a:buSzPts val="3500"/>
              <a:buFont typeface="Metrophobic"/>
              <a:buNone/>
              <a:defRPr sz="3500" b="1">
                <a:solidFill>
                  <a:schemeClr val="dk1"/>
                </a:solidFill>
                <a:latin typeface="Metrophobic"/>
                <a:ea typeface="Metrophobic"/>
                <a:cs typeface="Metrophobic"/>
                <a:sym typeface="Metrophobic"/>
              </a:defRPr>
            </a:lvl4pPr>
            <a:lvl5pPr lvl="4" rtl="0">
              <a:spcBef>
                <a:spcPts val="0"/>
              </a:spcBef>
              <a:spcAft>
                <a:spcPts val="0"/>
              </a:spcAft>
              <a:buClr>
                <a:schemeClr val="dk1"/>
              </a:buClr>
              <a:buSzPts val="3500"/>
              <a:buFont typeface="Metrophobic"/>
              <a:buNone/>
              <a:defRPr sz="3500" b="1">
                <a:solidFill>
                  <a:schemeClr val="dk1"/>
                </a:solidFill>
                <a:latin typeface="Metrophobic"/>
                <a:ea typeface="Metrophobic"/>
                <a:cs typeface="Metrophobic"/>
                <a:sym typeface="Metrophobic"/>
              </a:defRPr>
            </a:lvl5pPr>
            <a:lvl6pPr lvl="5" rtl="0">
              <a:spcBef>
                <a:spcPts val="0"/>
              </a:spcBef>
              <a:spcAft>
                <a:spcPts val="0"/>
              </a:spcAft>
              <a:buClr>
                <a:schemeClr val="dk1"/>
              </a:buClr>
              <a:buSzPts val="3500"/>
              <a:buFont typeface="Metrophobic"/>
              <a:buNone/>
              <a:defRPr sz="3500" b="1">
                <a:solidFill>
                  <a:schemeClr val="dk1"/>
                </a:solidFill>
                <a:latin typeface="Metrophobic"/>
                <a:ea typeface="Metrophobic"/>
                <a:cs typeface="Metrophobic"/>
                <a:sym typeface="Metrophobic"/>
              </a:defRPr>
            </a:lvl6pPr>
            <a:lvl7pPr lvl="6" rtl="0">
              <a:spcBef>
                <a:spcPts val="0"/>
              </a:spcBef>
              <a:spcAft>
                <a:spcPts val="0"/>
              </a:spcAft>
              <a:buClr>
                <a:schemeClr val="dk1"/>
              </a:buClr>
              <a:buSzPts val="3500"/>
              <a:buFont typeface="Metrophobic"/>
              <a:buNone/>
              <a:defRPr sz="3500" b="1">
                <a:solidFill>
                  <a:schemeClr val="dk1"/>
                </a:solidFill>
                <a:latin typeface="Metrophobic"/>
                <a:ea typeface="Metrophobic"/>
                <a:cs typeface="Metrophobic"/>
                <a:sym typeface="Metrophobic"/>
              </a:defRPr>
            </a:lvl7pPr>
            <a:lvl8pPr lvl="7" rtl="0">
              <a:spcBef>
                <a:spcPts val="0"/>
              </a:spcBef>
              <a:spcAft>
                <a:spcPts val="0"/>
              </a:spcAft>
              <a:buClr>
                <a:schemeClr val="dk1"/>
              </a:buClr>
              <a:buSzPts val="3500"/>
              <a:buFont typeface="Metrophobic"/>
              <a:buNone/>
              <a:defRPr sz="3500" b="1">
                <a:solidFill>
                  <a:schemeClr val="dk1"/>
                </a:solidFill>
                <a:latin typeface="Metrophobic"/>
                <a:ea typeface="Metrophobic"/>
                <a:cs typeface="Metrophobic"/>
                <a:sym typeface="Metrophobic"/>
              </a:defRPr>
            </a:lvl8pPr>
            <a:lvl9pPr lvl="8" rtl="0">
              <a:spcBef>
                <a:spcPts val="0"/>
              </a:spcBef>
              <a:spcAft>
                <a:spcPts val="0"/>
              </a:spcAft>
              <a:buClr>
                <a:schemeClr val="dk1"/>
              </a:buClr>
              <a:buSzPts val="3500"/>
              <a:buFont typeface="Metrophobic"/>
              <a:buNone/>
              <a:defRPr sz="3500" b="1">
                <a:solidFill>
                  <a:schemeClr val="dk1"/>
                </a:solidFill>
                <a:latin typeface="Metrophobic"/>
                <a:ea typeface="Metrophobic"/>
                <a:cs typeface="Metrophobic"/>
                <a:sym typeface="Metrophobic"/>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2"/>
              </a:buClr>
              <a:buSzPts val="1400"/>
              <a:buFont typeface="Asap"/>
              <a:buChar char="●"/>
              <a:defRPr>
                <a:solidFill>
                  <a:schemeClr val="dk2"/>
                </a:solidFill>
                <a:latin typeface="Asap"/>
                <a:ea typeface="Asap"/>
                <a:cs typeface="Asap"/>
                <a:sym typeface="Asap"/>
              </a:defRPr>
            </a:lvl1pPr>
            <a:lvl2pPr marL="914400" lvl="1" indent="-317500">
              <a:lnSpc>
                <a:spcPct val="115000"/>
              </a:lnSpc>
              <a:spcBef>
                <a:spcPts val="1600"/>
              </a:spcBef>
              <a:spcAft>
                <a:spcPts val="0"/>
              </a:spcAft>
              <a:buClr>
                <a:schemeClr val="dk2"/>
              </a:buClr>
              <a:buSzPts val="1400"/>
              <a:buFont typeface="Asap"/>
              <a:buChar char="○"/>
              <a:defRPr>
                <a:solidFill>
                  <a:schemeClr val="dk2"/>
                </a:solidFill>
                <a:latin typeface="Asap"/>
                <a:ea typeface="Asap"/>
                <a:cs typeface="Asap"/>
                <a:sym typeface="Asap"/>
              </a:defRPr>
            </a:lvl2pPr>
            <a:lvl3pPr marL="1371600" lvl="2" indent="-317500">
              <a:lnSpc>
                <a:spcPct val="115000"/>
              </a:lnSpc>
              <a:spcBef>
                <a:spcPts val="1600"/>
              </a:spcBef>
              <a:spcAft>
                <a:spcPts val="0"/>
              </a:spcAft>
              <a:buClr>
                <a:schemeClr val="dk2"/>
              </a:buClr>
              <a:buSzPts val="1400"/>
              <a:buFont typeface="Asap"/>
              <a:buChar char="■"/>
              <a:defRPr>
                <a:solidFill>
                  <a:schemeClr val="dk2"/>
                </a:solidFill>
                <a:latin typeface="Asap"/>
                <a:ea typeface="Asap"/>
                <a:cs typeface="Asap"/>
                <a:sym typeface="Asap"/>
              </a:defRPr>
            </a:lvl3pPr>
            <a:lvl4pPr marL="1828800" lvl="3" indent="-317500">
              <a:lnSpc>
                <a:spcPct val="115000"/>
              </a:lnSpc>
              <a:spcBef>
                <a:spcPts val="1600"/>
              </a:spcBef>
              <a:spcAft>
                <a:spcPts val="0"/>
              </a:spcAft>
              <a:buClr>
                <a:schemeClr val="dk2"/>
              </a:buClr>
              <a:buSzPts val="1400"/>
              <a:buFont typeface="Asap"/>
              <a:buChar char="●"/>
              <a:defRPr>
                <a:solidFill>
                  <a:schemeClr val="dk2"/>
                </a:solidFill>
                <a:latin typeface="Asap"/>
                <a:ea typeface="Asap"/>
                <a:cs typeface="Asap"/>
                <a:sym typeface="Asap"/>
              </a:defRPr>
            </a:lvl4pPr>
            <a:lvl5pPr marL="2286000" lvl="4" indent="-317500">
              <a:lnSpc>
                <a:spcPct val="115000"/>
              </a:lnSpc>
              <a:spcBef>
                <a:spcPts val="1600"/>
              </a:spcBef>
              <a:spcAft>
                <a:spcPts val="0"/>
              </a:spcAft>
              <a:buClr>
                <a:schemeClr val="dk2"/>
              </a:buClr>
              <a:buSzPts val="1400"/>
              <a:buFont typeface="Asap"/>
              <a:buChar char="○"/>
              <a:defRPr>
                <a:solidFill>
                  <a:schemeClr val="dk2"/>
                </a:solidFill>
                <a:latin typeface="Asap"/>
                <a:ea typeface="Asap"/>
                <a:cs typeface="Asap"/>
                <a:sym typeface="Asap"/>
              </a:defRPr>
            </a:lvl5pPr>
            <a:lvl6pPr marL="2743200" lvl="5" indent="-317500">
              <a:lnSpc>
                <a:spcPct val="115000"/>
              </a:lnSpc>
              <a:spcBef>
                <a:spcPts val="1600"/>
              </a:spcBef>
              <a:spcAft>
                <a:spcPts val="0"/>
              </a:spcAft>
              <a:buClr>
                <a:schemeClr val="dk2"/>
              </a:buClr>
              <a:buSzPts val="1400"/>
              <a:buFont typeface="Asap"/>
              <a:buChar char="■"/>
              <a:defRPr>
                <a:solidFill>
                  <a:schemeClr val="dk2"/>
                </a:solidFill>
                <a:latin typeface="Asap"/>
                <a:ea typeface="Asap"/>
                <a:cs typeface="Asap"/>
                <a:sym typeface="Asap"/>
              </a:defRPr>
            </a:lvl6pPr>
            <a:lvl7pPr marL="3200400" lvl="6" indent="-317500">
              <a:lnSpc>
                <a:spcPct val="115000"/>
              </a:lnSpc>
              <a:spcBef>
                <a:spcPts val="1600"/>
              </a:spcBef>
              <a:spcAft>
                <a:spcPts val="0"/>
              </a:spcAft>
              <a:buClr>
                <a:schemeClr val="dk2"/>
              </a:buClr>
              <a:buSzPts val="1400"/>
              <a:buFont typeface="Asap"/>
              <a:buChar char="●"/>
              <a:defRPr>
                <a:solidFill>
                  <a:schemeClr val="dk2"/>
                </a:solidFill>
                <a:latin typeface="Asap"/>
                <a:ea typeface="Asap"/>
                <a:cs typeface="Asap"/>
                <a:sym typeface="Asap"/>
              </a:defRPr>
            </a:lvl7pPr>
            <a:lvl8pPr marL="3657600" lvl="7" indent="-317500">
              <a:lnSpc>
                <a:spcPct val="115000"/>
              </a:lnSpc>
              <a:spcBef>
                <a:spcPts val="1600"/>
              </a:spcBef>
              <a:spcAft>
                <a:spcPts val="0"/>
              </a:spcAft>
              <a:buClr>
                <a:schemeClr val="dk2"/>
              </a:buClr>
              <a:buSzPts val="1400"/>
              <a:buFont typeface="Asap"/>
              <a:buChar char="○"/>
              <a:defRPr>
                <a:solidFill>
                  <a:schemeClr val="dk2"/>
                </a:solidFill>
                <a:latin typeface="Asap"/>
                <a:ea typeface="Asap"/>
                <a:cs typeface="Asap"/>
                <a:sym typeface="Asap"/>
              </a:defRPr>
            </a:lvl8pPr>
            <a:lvl9pPr marL="4114800" lvl="8" indent="-317500">
              <a:lnSpc>
                <a:spcPct val="115000"/>
              </a:lnSpc>
              <a:spcBef>
                <a:spcPts val="1600"/>
              </a:spcBef>
              <a:spcAft>
                <a:spcPts val="1600"/>
              </a:spcAft>
              <a:buClr>
                <a:schemeClr val="dk2"/>
              </a:buClr>
              <a:buSzPts val="1400"/>
              <a:buFont typeface="Asap"/>
              <a:buChar char="■"/>
              <a:defRPr>
                <a:solidFill>
                  <a:schemeClr val="dk2"/>
                </a:solidFill>
                <a:latin typeface="Asap"/>
                <a:ea typeface="Asap"/>
                <a:cs typeface="Asap"/>
                <a:sym typeface="Asap"/>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8" r:id="rId5"/>
    <p:sldLayoutId id="2147483659" r:id="rId6"/>
    <p:sldLayoutId id="2147483660" r:id="rId7"/>
    <p:sldLayoutId id="2147483663" r:id="rId8"/>
    <p:sldLayoutId id="2147483664" r:id="rId9"/>
    <p:sldLayoutId id="2147483665" r:id="rId10"/>
    <p:sldLayoutId id="2147483674" r:id="rId11"/>
    <p:sldLayoutId id="2147483676" r:id="rId12"/>
    <p:sldLayoutId id="2147483677"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35"/>
          <p:cNvSpPr txBox="1">
            <a:spLocks noGrp="1"/>
          </p:cNvSpPr>
          <p:nvPr>
            <p:ph type="ctrTitle"/>
          </p:nvPr>
        </p:nvSpPr>
        <p:spPr>
          <a:xfrm>
            <a:off x="1504950" y="1208810"/>
            <a:ext cx="6134100" cy="1656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 quiz game</a:t>
            </a:r>
            <a:endParaRPr dirty="0"/>
          </a:p>
        </p:txBody>
      </p:sp>
      <p:sp>
        <p:nvSpPr>
          <p:cNvPr id="581" name="Google Shape;581;p35"/>
          <p:cNvSpPr txBox="1">
            <a:spLocks noGrp="1"/>
          </p:cNvSpPr>
          <p:nvPr>
            <p:ph type="subTitle" idx="1"/>
          </p:nvPr>
        </p:nvSpPr>
        <p:spPr>
          <a:xfrm>
            <a:off x="2387000" y="2822433"/>
            <a:ext cx="4370100" cy="701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N</a:t>
            </a:r>
            <a:r>
              <a:rPr lang="en" dirty="0"/>
              <a:t>iranjan chand</a:t>
            </a:r>
            <a:endParaRPr dirty="0"/>
          </a:p>
        </p:txBody>
      </p:sp>
      <p:sp>
        <p:nvSpPr>
          <p:cNvPr id="582" name="Google Shape;582;p35"/>
          <p:cNvSpPr/>
          <p:nvPr/>
        </p:nvSpPr>
        <p:spPr>
          <a:xfrm>
            <a:off x="809925" y="3240425"/>
            <a:ext cx="385800" cy="385800"/>
          </a:xfrm>
          <a:prstGeom prst="ellipse">
            <a:avLst/>
          </a:prstGeom>
          <a:gradFill>
            <a:gsLst>
              <a:gs pos="0">
                <a:schemeClr val="accent1"/>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5"/>
          <p:cNvSpPr/>
          <p:nvPr/>
        </p:nvSpPr>
        <p:spPr>
          <a:xfrm>
            <a:off x="7521250" y="681350"/>
            <a:ext cx="385800" cy="385800"/>
          </a:xfrm>
          <a:prstGeom prst="ellipse">
            <a:avLst/>
          </a:prstGeom>
          <a:gradFill>
            <a:gsLst>
              <a:gs pos="0">
                <a:schemeClr val="accent2"/>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5"/>
          <p:cNvSpPr/>
          <p:nvPr/>
        </p:nvSpPr>
        <p:spPr>
          <a:xfrm>
            <a:off x="1467650" y="4167700"/>
            <a:ext cx="385800" cy="385800"/>
          </a:xfrm>
          <a:prstGeom prst="ellipse">
            <a:avLst/>
          </a:prstGeom>
          <a:gradFill>
            <a:gsLst>
              <a:gs pos="0">
                <a:schemeClr val="lt2"/>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5"/>
          <p:cNvSpPr/>
          <p:nvPr/>
        </p:nvSpPr>
        <p:spPr>
          <a:xfrm>
            <a:off x="4852500" y="4464900"/>
            <a:ext cx="2396100" cy="139200"/>
          </a:xfrm>
          <a:prstGeom prst="roundRect">
            <a:avLst>
              <a:gd name="adj" fmla="val 50000"/>
            </a:avLst>
          </a:prstGeom>
          <a:gradFill>
            <a:gsLst>
              <a:gs pos="0">
                <a:schemeClr val="lt1"/>
              </a:gs>
              <a:gs pos="60000">
                <a:schemeClr val="accent1"/>
              </a:gs>
              <a:gs pos="100000">
                <a:schemeClr val="accen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6" name="Google Shape;586;p35"/>
          <p:cNvGrpSpPr/>
          <p:nvPr/>
        </p:nvGrpSpPr>
        <p:grpSpPr>
          <a:xfrm>
            <a:off x="7487975" y="3200500"/>
            <a:ext cx="1244672" cy="1146854"/>
            <a:chOff x="7487975" y="3200500"/>
            <a:chExt cx="1244672" cy="1146854"/>
          </a:xfrm>
        </p:grpSpPr>
        <p:sp>
          <p:nvSpPr>
            <p:cNvPr id="587" name="Google Shape;587;p35"/>
            <p:cNvSpPr/>
            <p:nvPr/>
          </p:nvSpPr>
          <p:spPr>
            <a:xfrm>
              <a:off x="7487975" y="3200500"/>
              <a:ext cx="1244672" cy="1146854"/>
            </a:xfrm>
            <a:custGeom>
              <a:avLst/>
              <a:gdLst/>
              <a:ahLst/>
              <a:cxnLst/>
              <a:rect l="l" t="t" r="r" b="b"/>
              <a:pathLst>
                <a:path w="60568" h="55808" extrusionOk="0">
                  <a:moveTo>
                    <a:pt x="19507" y="0"/>
                  </a:moveTo>
                  <a:cubicBezTo>
                    <a:pt x="18522" y="0"/>
                    <a:pt x="17011" y="589"/>
                    <a:pt x="14723" y="2027"/>
                  </a:cubicBezTo>
                  <a:lnTo>
                    <a:pt x="14856" y="1952"/>
                  </a:lnTo>
                  <a:lnTo>
                    <a:pt x="14856" y="1952"/>
                  </a:lnTo>
                  <a:cubicBezTo>
                    <a:pt x="5961" y="7269"/>
                    <a:pt x="0" y="16991"/>
                    <a:pt x="0" y="28108"/>
                  </a:cubicBezTo>
                  <a:cubicBezTo>
                    <a:pt x="0" y="44932"/>
                    <a:pt x="13638" y="55807"/>
                    <a:pt x="30461" y="55807"/>
                  </a:cubicBezTo>
                  <a:cubicBezTo>
                    <a:pt x="43425" y="55807"/>
                    <a:pt x="54497" y="49451"/>
                    <a:pt x="58894" y="38754"/>
                  </a:cubicBezTo>
                  <a:cubicBezTo>
                    <a:pt x="59386" y="37556"/>
                    <a:pt x="59750" y="36306"/>
                    <a:pt x="60018" y="35040"/>
                  </a:cubicBezTo>
                  <a:cubicBezTo>
                    <a:pt x="60475" y="32880"/>
                    <a:pt x="60568" y="31598"/>
                    <a:pt x="59892" y="30967"/>
                  </a:cubicBezTo>
                  <a:lnTo>
                    <a:pt x="59810" y="30900"/>
                  </a:lnTo>
                  <a:lnTo>
                    <a:pt x="20543" y="337"/>
                  </a:lnTo>
                  <a:lnTo>
                    <a:pt x="20544" y="335"/>
                  </a:lnTo>
                  <a:cubicBezTo>
                    <a:pt x="20290" y="120"/>
                    <a:pt x="19952" y="0"/>
                    <a:pt x="19507" y="0"/>
                  </a:cubicBez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5"/>
            <p:cNvSpPr/>
            <p:nvPr/>
          </p:nvSpPr>
          <p:spPr>
            <a:xfrm>
              <a:off x="7525458" y="3223845"/>
              <a:ext cx="1167528" cy="1086026"/>
            </a:xfrm>
            <a:custGeom>
              <a:avLst/>
              <a:gdLst/>
              <a:ahLst/>
              <a:cxnLst/>
              <a:rect l="l" t="t" r="r" b="b"/>
              <a:pathLst>
                <a:path w="56814" h="52848" extrusionOk="0">
                  <a:moveTo>
                    <a:pt x="19219" y="0"/>
                  </a:moveTo>
                  <a:cubicBezTo>
                    <a:pt x="18944" y="8"/>
                    <a:pt x="16401" y="855"/>
                    <a:pt x="13965" y="2375"/>
                  </a:cubicBezTo>
                  <a:lnTo>
                    <a:pt x="13968" y="2381"/>
                  </a:lnTo>
                  <a:cubicBezTo>
                    <a:pt x="5353" y="7531"/>
                    <a:pt x="0" y="16953"/>
                    <a:pt x="0" y="26972"/>
                  </a:cubicBezTo>
                  <a:cubicBezTo>
                    <a:pt x="0" y="34512"/>
                    <a:pt x="2870" y="41009"/>
                    <a:pt x="8299" y="45758"/>
                  </a:cubicBezTo>
                  <a:cubicBezTo>
                    <a:pt x="13525" y="50331"/>
                    <a:pt x="20749" y="52848"/>
                    <a:pt x="28637" y="52848"/>
                  </a:cubicBezTo>
                  <a:cubicBezTo>
                    <a:pt x="41098" y="52848"/>
                    <a:pt x="51346" y="46747"/>
                    <a:pt x="55384" y="36925"/>
                  </a:cubicBezTo>
                  <a:cubicBezTo>
                    <a:pt x="55804" y="35902"/>
                    <a:pt x="56149" y="34759"/>
                    <a:pt x="56410" y="33526"/>
                  </a:cubicBezTo>
                  <a:cubicBezTo>
                    <a:pt x="56739" y="31972"/>
                    <a:pt x="56814" y="29076"/>
                    <a:pt x="56777" y="28823"/>
                  </a:cubicBezTo>
                  <a:lnTo>
                    <a:pt x="1921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5"/>
            <p:cNvSpPr/>
            <p:nvPr/>
          </p:nvSpPr>
          <p:spPr>
            <a:xfrm>
              <a:off x="7596210" y="3493542"/>
              <a:ext cx="895014" cy="750753"/>
            </a:xfrm>
            <a:custGeom>
              <a:avLst/>
              <a:gdLst/>
              <a:ahLst/>
              <a:cxnLst/>
              <a:rect l="l" t="t" r="r" b="b"/>
              <a:pathLst>
                <a:path w="43553" h="36533" extrusionOk="0">
                  <a:moveTo>
                    <a:pt x="4134" y="1"/>
                  </a:moveTo>
                  <a:cubicBezTo>
                    <a:pt x="3396" y="1126"/>
                    <a:pt x="2338" y="2964"/>
                    <a:pt x="1489" y="5320"/>
                  </a:cubicBezTo>
                  <a:cubicBezTo>
                    <a:pt x="501" y="8060"/>
                    <a:pt x="1" y="10906"/>
                    <a:pt x="1" y="13778"/>
                  </a:cubicBezTo>
                  <a:cubicBezTo>
                    <a:pt x="1" y="20410"/>
                    <a:pt x="2525" y="26124"/>
                    <a:pt x="7302" y="30302"/>
                  </a:cubicBezTo>
                  <a:cubicBezTo>
                    <a:pt x="8902" y="31702"/>
                    <a:pt x="10723" y="32891"/>
                    <a:pt x="12714" y="33837"/>
                  </a:cubicBezTo>
                  <a:cubicBezTo>
                    <a:pt x="14363" y="34619"/>
                    <a:pt x="16148" y="35243"/>
                    <a:pt x="18017" y="35693"/>
                  </a:cubicBezTo>
                  <a:cubicBezTo>
                    <a:pt x="20335" y="36249"/>
                    <a:pt x="22736" y="36533"/>
                    <a:pt x="25154" y="36533"/>
                  </a:cubicBezTo>
                  <a:lnTo>
                    <a:pt x="25162" y="36533"/>
                  </a:lnTo>
                  <a:cubicBezTo>
                    <a:pt x="26403" y="36532"/>
                    <a:pt x="29307" y="36531"/>
                    <a:pt x="32720" y="35700"/>
                  </a:cubicBezTo>
                  <a:cubicBezTo>
                    <a:pt x="36969" y="34665"/>
                    <a:pt x="40613" y="32707"/>
                    <a:pt x="43553" y="29878"/>
                  </a:cubicBezTo>
                  <a:lnTo>
                    <a:pt x="43295" y="29610"/>
                  </a:lnTo>
                  <a:cubicBezTo>
                    <a:pt x="38780" y="33954"/>
                    <a:pt x="32679" y="36158"/>
                    <a:pt x="25162" y="36160"/>
                  </a:cubicBezTo>
                  <a:lnTo>
                    <a:pt x="25154" y="36160"/>
                  </a:lnTo>
                  <a:cubicBezTo>
                    <a:pt x="21194" y="36160"/>
                    <a:pt x="13650" y="35360"/>
                    <a:pt x="7547" y="30022"/>
                  </a:cubicBezTo>
                  <a:cubicBezTo>
                    <a:pt x="2854" y="25917"/>
                    <a:pt x="373" y="20299"/>
                    <a:pt x="373" y="13778"/>
                  </a:cubicBezTo>
                  <a:cubicBezTo>
                    <a:pt x="373" y="7374"/>
                    <a:pt x="2924" y="2525"/>
                    <a:pt x="4446" y="204"/>
                  </a:cubicBezTo>
                  <a:lnTo>
                    <a:pt x="41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5"/>
            <p:cNvSpPr/>
            <p:nvPr/>
          </p:nvSpPr>
          <p:spPr>
            <a:xfrm>
              <a:off x="8504483" y="4046047"/>
              <a:ext cx="47532" cy="47512"/>
            </a:xfrm>
            <a:custGeom>
              <a:avLst/>
              <a:gdLst/>
              <a:ahLst/>
              <a:cxnLst/>
              <a:rect l="l" t="t" r="r" b="b"/>
              <a:pathLst>
                <a:path w="2313" h="2312" extrusionOk="0">
                  <a:moveTo>
                    <a:pt x="1157" y="1"/>
                  </a:moveTo>
                  <a:cubicBezTo>
                    <a:pt x="519" y="1"/>
                    <a:pt x="0" y="518"/>
                    <a:pt x="0" y="1157"/>
                  </a:cubicBezTo>
                  <a:cubicBezTo>
                    <a:pt x="0" y="1795"/>
                    <a:pt x="519" y="2312"/>
                    <a:pt x="1157" y="2312"/>
                  </a:cubicBezTo>
                  <a:cubicBezTo>
                    <a:pt x="1795" y="2312"/>
                    <a:pt x="2313" y="1795"/>
                    <a:pt x="2313" y="1157"/>
                  </a:cubicBezTo>
                  <a:cubicBezTo>
                    <a:pt x="2313" y="518"/>
                    <a:pt x="1795" y="1"/>
                    <a:pt x="11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5"/>
            <p:cNvSpPr/>
            <p:nvPr/>
          </p:nvSpPr>
          <p:spPr>
            <a:xfrm>
              <a:off x="7694807" y="3427042"/>
              <a:ext cx="47532" cy="47532"/>
            </a:xfrm>
            <a:custGeom>
              <a:avLst/>
              <a:gdLst/>
              <a:ahLst/>
              <a:cxnLst/>
              <a:rect l="l" t="t" r="r" b="b"/>
              <a:pathLst>
                <a:path w="2313" h="2313" extrusionOk="0">
                  <a:moveTo>
                    <a:pt x="1156" y="0"/>
                  </a:moveTo>
                  <a:cubicBezTo>
                    <a:pt x="517" y="0"/>
                    <a:pt x="0" y="519"/>
                    <a:pt x="0" y="1156"/>
                  </a:cubicBezTo>
                  <a:cubicBezTo>
                    <a:pt x="0" y="1795"/>
                    <a:pt x="517" y="2313"/>
                    <a:pt x="1156" y="2313"/>
                  </a:cubicBezTo>
                  <a:cubicBezTo>
                    <a:pt x="1794" y="2313"/>
                    <a:pt x="2313" y="1795"/>
                    <a:pt x="2313" y="1156"/>
                  </a:cubicBezTo>
                  <a:cubicBezTo>
                    <a:pt x="2313" y="519"/>
                    <a:pt x="1794" y="0"/>
                    <a:pt x="11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5"/>
            <p:cNvSpPr/>
            <p:nvPr/>
          </p:nvSpPr>
          <p:spPr>
            <a:xfrm>
              <a:off x="8590976" y="3796571"/>
              <a:ext cx="48354" cy="183265"/>
            </a:xfrm>
            <a:custGeom>
              <a:avLst/>
              <a:gdLst/>
              <a:ahLst/>
              <a:cxnLst/>
              <a:rect l="l" t="t" r="r" b="b"/>
              <a:pathLst>
                <a:path w="2353" h="8918" extrusionOk="0">
                  <a:moveTo>
                    <a:pt x="1980" y="1"/>
                  </a:moveTo>
                  <a:cubicBezTo>
                    <a:pt x="1855" y="3012"/>
                    <a:pt x="1189" y="5963"/>
                    <a:pt x="0" y="8772"/>
                  </a:cubicBezTo>
                  <a:lnTo>
                    <a:pt x="344" y="8918"/>
                  </a:lnTo>
                  <a:cubicBezTo>
                    <a:pt x="1549" y="6067"/>
                    <a:pt x="2225" y="3072"/>
                    <a:pt x="2353" y="16"/>
                  </a:cubicBezTo>
                  <a:lnTo>
                    <a:pt x="198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5"/>
            <p:cNvSpPr/>
            <p:nvPr/>
          </p:nvSpPr>
          <p:spPr>
            <a:xfrm>
              <a:off x="7777252" y="3266712"/>
              <a:ext cx="175415" cy="110600"/>
            </a:xfrm>
            <a:custGeom>
              <a:avLst/>
              <a:gdLst/>
              <a:ahLst/>
              <a:cxnLst/>
              <a:rect l="l" t="t" r="r" b="b"/>
              <a:pathLst>
                <a:path w="8536" h="5382" extrusionOk="0">
                  <a:moveTo>
                    <a:pt x="8408" y="1"/>
                  </a:moveTo>
                  <a:cubicBezTo>
                    <a:pt x="6623" y="657"/>
                    <a:pt x="4905" y="1518"/>
                    <a:pt x="3303" y="2559"/>
                  </a:cubicBezTo>
                  <a:cubicBezTo>
                    <a:pt x="2140" y="3314"/>
                    <a:pt x="1029" y="4171"/>
                    <a:pt x="1" y="5105"/>
                  </a:cubicBezTo>
                  <a:lnTo>
                    <a:pt x="251" y="5382"/>
                  </a:lnTo>
                  <a:cubicBezTo>
                    <a:pt x="2687" y="3168"/>
                    <a:pt x="5474" y="1477"/>
                    <a:pt x="8535" y="351"/>
                  </a:cubicBezTo>
                  <a:lnTo>
                    <a:pt x="84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5"/>
            <p:cNvSpPr/>
            <p:nvPr/>
          </p:nvSpPr>
          <p:spPr>
            <a:xfrm>
              <a:off x="7910106" y="3207384"/>
              <a:ext cx="808663" cy="631132"/>
            </a:xfrm>
            <a:custGeom>
              <a:avLst/>
              <a:gdLst/>
              <a:ahLst/>
              <a:cxnLst/>
              <a:rect l="l" t="t" r="r" b="b"/>
              <a:pathLst>
                <a:path w="39351" h="30712" extrusionOk="0">
                  <a:moveTo>
                    <a:pt x="2" y="0"/>
                  </a:moveTo>
                  <a:lnTo>
                    <a:pt x="1" y="2"/>
                  </a:lnTo>
                  <a:lnTo>
                    <a:pt x="23" y="19"/>
                  </a:lnTo>
                  <a:lnTo>
                    <a:pt x="23" y="19"/>
                  </a:lnTo>
                  <a:cubicBezTo>
                    <a:pt x="16" y="13"/>
                    <a:pt x="9" y="7"/>
                    <a:pt x="2" y="0"/>
                  </a:cubicBezTo>
                  <a:close/>
                  <a:moveTo>
                    <a:pt x="39183" y="30499"/>
                  </a:moveTo>
                  <a:lnTo>
                    <a:pt x="39268" y="30565"/>
                  </a:lnTo>
                  <a:lnTo>
                    <a:pt x="39351" y="30632"/>
                  </a:lnTo>
                  <a:cubicBezTo>
                    <a:pt x="39299" y="30584"/>
                    <a:pt x="39243" y="30539"/>
                    <a:pt x="39183" y="30499"/>
                  </a:cubicBezTo>
                  <a:close/>
                  <a:moveTo>
                    <a:pt x="23" y="19"/>
                  </a:moveTo>
                  <a:cubicBezTo>
                    <a:pt x="509" y="450"/>
                    <a:pt x="678" y="1242"/>
                    <a:pt x="702" y="2218"/>
                  </a:cubicBezTo>
                  <a:cubicBezTo>
                    <a:pt x="1716" y="18125"/>
                    <a:pt x="14938" y="30712"/>
                    <a:pt x="31101" y="30712"/>
                  </a:cubicBezTo>
                  <a:cubicBezTo>
                    <a:pt x="32952" y="30712"/>
                    <a:pt x="34764" y="30545"/>
                    <a:pt x="36525" y="30227"/>
                  </a:cubicBezTo>
                  <a:cubicBezTo>
                    <a:pt x="36943" y="30179"/>
                    <a:pt x="37315" y="30154"/>
                    <a:pt x="37645" y="30154"/>
                  </a:cubicBezTo>
                  <a:cubicBezTo>
                    <a:pt x="38329" y="30154"/>
                    <a:pt x="38831" y="30262"/>
                    <a:pt x="39183" y="30499"/>
                  </a:cubicBezTo>
                  <a:lnTo>
                    <a:pt x="39183" y="30499"/>
                  </a:lnTo>
                  <a:lnTo>
                    <a:pt x="23" y="19"/>
                  </a:ln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5" name="Google Shape;595;p35"/>
          <p:cNvGrpSpPr/>
          <p:nvPr/>
        </p:nvGrpSpPr>
        <p:grpSpPr>
          <a:xfrm rot="4339617">
            <a:off x="348150" y="539463"/>
            <a:ext cx="1119497" cy="1067850"/>
            <a:chOff x="388966" y="999821"/>
            <a:chExt cx="1499173" cy="1430011"/>
          </a:xfrm>
        </p:grpSpPr>
        <p:sp>
          <p:nvSpPr>
            <p:cNvPr id="596" name="Google Shape;596;p35"/>
            <p:cNvSpPr/>
            <p:nvPr/>
          </p:nvSpPr>
          <p:spPr>
            <a:xfrm rot="-900195">
              <a:off x="516200" y="1141384"/>
              <a:ext cx="1244705" cy="1146885"/>
            </a:xfrm>
            <a:custGeom>
              <a:avLst/>
              <a:gdLst/>
              <a:ahLst/>
              <a:cxnLst/>
              <a:rect l="l" t="t" r="r" b="b"/>
              <a:pathLst>
                <a:path w="60568" h="55808" extrusionOk="0">
                  <a:moveTo>
                    <a:pt x="19507" y="0"/>
                  </a:moveTo>
                  <a:cubicBezTo>
                    <a:pt x="18522" y="0"/>
                    <a:pt x="17011" y="589"/>
                    <a:pt x="14723" y="2027"/>
                  </a:cubicBezTo>
                  <a:lnTo>
                    <a:pt x="14856" y="1952"/>
                  </a:lnTo>
                  <a:lnTo>
                    <a:pt x="14856" y="1952"/>
                  </a:lnTo>
                  <a:cubicBezTo>
                    <a:pt x="5961" y="7269"/>
                    <a:pt x="0" y="16991"/>
                    <a:pt x="0" y="28108"/>
                  </a:cubicBezTo>
                  <a:cubicBezTo>
                    <a:pt x="0" y="44932"/>
                    <a:pt x="13638" y="55807"/>
                    <a:pt x="30461" y="55807"/>
                  </a:cubicBezTo>
                  <a:cubicBezTo>
                    <a:pt x="43425" y="55807"/>
                    <a:pt x="54497" y="49451"/>
                    <a:pt x="58894" y="38754"/>
                  </a:cubicBezTo>
                  <a:cubicBezTo>
                    <a:pt x="59386" y="37556"/>
                    <a:pt x="59750" y="36306"/>
                    <a:pt x="60018" y="35040"/>
                  </a:cubicBezTo>
                  <a:cubicBezTo>
                    <a:pt x="60475" y="32880"/>
                    <a:pt x="60568" y="31598"/>
                    <a:pt x="59892" y="30967"/>
                  </a:cubicBezTo>
                  <a:lnTo>
                    <a:pt x="59810" y="30900"/>
                  </a:lnTo>
                  <a:lnTo>
                    <a:pt x="20543" y="337"/>
                  </a:lnTo>
                  <a:lnTo>
                    <a:pt x="20544" y="335"/>
                  </a:lnTo>
                  <a:cubicBezTo>
                    <a:pt x="20290" y="120"/>
                    <a:pt x="19952" y="0"/>
                    <a:pt x="19507" y="0"/>
                  </a:cubicBez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5"/>
            <p:cNvSpPr/>
            <p:nvPr/>
          </p:nvSpPr>
          <p:spPr>
            <a:xfrm rot="-900195">
              <a:off x="551888" y="1165254"/>
              <a:ext cx="1167559" cy="1086055"/>
            </a:xfrm>
            <a:custGeom>
              <a:avLst/>
              <a:gdLst/>
              <a:ahLst/>
              <a:cxnLst/>
              <a:rect l="l" t="t" r="r" b="b"/>
              <a:pathLst>
                <a:path w="56814" h="52848" extrusionOk="0">
                  <a:moveTo>
                    <a:pt x="19219" y="0"/>
                  </a:moveTo>
                  <a:cubicBezTo>
                    <a:pt x="18944" y="8"/>
                    <a:pt x="16401" y="855"/>
                    <a:pt x="13965" y="2375"/>
                  </a:cubicBezTo>
                  <a:lnTo>
                    <a:pt x="13968" y="2381"/>
                  </a:lnTo>
                  <a:cubicBezTo>
                    <a:pt x="5353" y="7531"/>
                    <a:pt x="0" y="16953"/>
                    <a:pt x="0" y="26972"/>
                  </a:cubicBezTo>
                  <a:cubicBezTo>
                    <a:pt x="0" y="34512"/>
                    <a:pt x="2870" y="41009"/>
                    <a:pt x="8299" y="45758"/>
                  </a:cubicBezTo>
                  <a:cubicBezTo>
                    <a:pt x="13525" y="50331"/>
                    <a:pt x="20749" y="52848"/>
                    <a:pt x="28637" y="52848"/>
                  </a:cubicBezTo>
                  <a:cubicBezTo>
                    <a:pt x="41098" y="52848"/>
                    <a:pt x="51346" y="46747"/>
                    <a:pt x="55384" y="36925"/>
                  </a:cubicBezTo>
                  <a:cubicBezTo>
                    <a:pt x="55804" y="35902"/>
                    <a:pt x="56149" y="34759"/>
                    <a:pt x="56410" y="33526"/>
                  </a:cubicBezTo>
                  <a:cubicBezTo>
                    <a:pt x="56739" y="31972"/>
                    <a:pt x="56814" y="29076"/>
                    <a:pt x="56777" y="28823"/>
                  </a:cubicBezTo>
                  <a:lnTo>
                    <a:pt x="192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5"/>
            <p:cNvSpPr/>
            <p:nvPr/>
          </p:nvSpPr>
          <p:spPr>
            <a:xfrm rot="-900195">
              <a:off x="651280" y="1448439"/>
              <a:ext cx="895038" cy="750773"/>
            </a:xfrm>
            <a:custGeom>
              <a:avLst/>
              <a:gdLst/>
              <a:ahLst/>
              <a:cxnLst/>
              <a:rect l="l" t="t" r="r" b="b"/>
              <a:pathLst>
                <a:path w="43553" h="36533" extrusionOk="0">
                  <a:moveTo>
                    <a:pt x="4134" y="1"/>
                  </a:moveTo>
                  <a:cubicBezTo>
                    <a:pt x="3396" y="1126"/>
                    <a:pt x="2338" y="2964"/>
                    <a:pt x="1489" y="5320"/>
                  </a:cubicBezTo>
                  <a:cubicBezTo>
                    <a:pt x="501" y="8060"/>
                    <a:pt x="1" y="10906"/>
                    <a:pt x="1" y="13778"/>
                  </a:cubicBezTo>
                  <a:cubicBezTo>
                    <a:pt x="1" y="20410"/>
                    <a:pt x="2525" y="26124"/>
                    <a:pt x="7302" y="30302"/>
                  </a:cubicBezTo>
                  <a:cubicBezTo>
                    <a:pt x="8902" y="31702"/>
                    <a:pt x="10723" y="32891"/>
                    <a:pt x="12714" y="33837"/>
                  </a:cubicBezTo>
                  <a:cubicBezTo>
                    <a:pt x="14363" y="34619"/>
                    <a:pt x="16148" y="35243"/>
                    <a:pt x="18017" y="35693"/>
                  </a:cubicBezTo>
                  <a:cubicBezTo>
                    <a:pt x="20335" y="36249"/>
                    <a:pt x="22736" y="36533"/>
                    <a:pt x="25154" y="36533"/>
                  </a:cubicBezTo>
                  <a:lnTo>
                    <a:pt x="25162" y="36533"/>
                  </a:lnTo>
                  <a:cubicBezTo>
                    <a:pt x="26403" y="36532"/>
                    <a:pt x="29307" y="36531"/>
                    <a:pt x="32720" y="35700"/>
                  </a:cubicBezTo>
                  <a:cubicBezTo>
                    <a:pt x="36969" y="34665"/>
                    <a:pt x="40613" y="32707"/>
                    <a:pt x="43553" y="29878"/>
                  </a:cubicBezTo>
                  <a:lnTo>
                    <a:pt x="43295" y="29610"/>
                  </a:lnTo>
                  <a:cubicBezTo>
                    <a:pt x="38780" y="33954"/>
                    <a:pt x="32679" y="36158"/>
                    <a:pt x="25162" y="36160"/>
                  </a:cubicBezTo>
                  <a:lnTo>
                    <a:pt x="25154" y="36160"/>
                  </a:lnTo>
                  <a:cubicBezTo>
                    <a:pt x="21194" y="36160"/>
                    <a:pt x="13650" y="35360"/>
                    <a:pt x="7547" y="30022"/>
                  </a:cubicBezTo>
                  <a:cubicBezTo>
                    <a:pt x="2854" y="25917"/>
                    <a:pt x="373" y="20299"/>
                    <a:pt x="373" y="13778"/>
                  </a:cubicBezTo>
                  <a:cubicBezTo>
                    <a:pt x="373" y="7374"/>
                    <a:pt x="2924" y="2525"/>
                    <a:pt x="4446" y="204"/>
                  </a:cubicBezTo>
                  <a:lnTo>
                    <a:pt x="41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5"/>
            <p:cNvSpPr/>
            <p:nvPr/>
          </p:nvSpPr>
          <p:spPr>
            <a:xfrm rot="-900195">
              <a:off x="1595020" y="1868725"/>
              <a:ext cx="47533" cy="47513"/>
            </a:xfrm>
            <a:custGeom>
              <a:avLst/>
              <a:gdLst/>
              <a:ahLst/>
              <a:cxnLst/>
              <a:rect l="l" t="t" r="r" b="b"/>
              <a:pathLst>
                <a:path w="2313" h="2312" extrusionOk="0">
                  <a:moveTo>
                    <a:pt x="1157" y="1"/>
                  </a:moveTo>
                  <a:cubicBezTo>
                    <a:pt x="519" y="1"/>
                    <a:pt x="0" y="518"/>
                    <a:pt x="0" y="1157"/>
                  </a:cubicBezTo>
                  <a:cubicBezTo>
                    <a:pt x="0" y="1795"/>
                    <a:pt x="519" y="2312"/>
                    <a:pt x="1157" y="2312"/>
                  </a:cubicBezTo>
                  <a:cubicBezTo>
                    <a:pt x="1795" y="2312"/>
                    <a:pt x="2313" y="1795"/>
                    <a:pt x="2313" y="1157"/>
                  </a:cubicBezTo>
                  <a:cubicBezTo>
                    <a:pt x="2313" y="518"/>
                    <a:pt x="1795" y="1"/>
                    <a:pt x="11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5"/>
            <p:cNvSpPr/>
            <p:nvPr/>
          </p:nvSpPr>
          <p:spPr>
            <a:xfrm rot="-900195">
              <a:off x="652726" y="1480371"/>
              <a:ext cx="47533" cy="47533"/>
            </a:xfrm>
            <a:custGeom>
              <a:avLst/>
              <a:gdLst/>
              <a:ahLst/>
              <a:cxnLst/>
              <a:rect l="l" t="t" r="r" b="b"/>
              <a:pathLst>
                <a:path w="2313" h="2313" extrusionOk="0">
                  <a:moveTo>
                    <a:pt x="1156" y="0"/>
                  </a:moveTo>
                  <a:cubicBezTo>
                    <a:pt x="517" y="0"/>
                    <a:pt x="0" y="519"/>
                    <a:pt x="0" y="1156"/>
                  </a:cubicBezTo>
                  <a:cubicBezTo>
                    <a:pt x="0" y="1795"/>
                    <a:pt x="517" y="2313"/>
                    <a:pt x="1156" y="2313"/>
                  </a:cubicBezTo>
                  <a:cubicBezTo>
                    <a:pt x="1794" y="2313"/>
                    <a:pt x="2313" y="1795"/>
                    <a:pt x="2313" y="1156"/>
                  </a:cubicBezTo>
                  <a:cubicBezTo>
                    <a:pt x="2313" y="519"/>
                    <a:pt x="1794" y="0"/>
                    <a:pt x="11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5"/>
            <p:cNvSpPr/>
            <p:nvPr/>
          </p:nvSpPr>
          <p:spPr>
            <a:xfrm rot="-900195">
              <a:off x="1631555" y="1602943"/>
              <a:ext cx="48355" cy="183270"/>
            </a:xfrm>
            <a:custGeom>
              <a:avLst/>
              <a:gdLst/>
              <a:ahLst/>
              <a:cxnLst/>
              <a:rect l="l" t="t" r="r" b="b"/>
              <a:pathLst>
                <a:path w="2353" h="8918" extrusionOk="0">
                  <a:moveTo>
                    <a:pt x="1980" y="1"/>
                  </a:moveTo>
                  <a:cubicBezTo>
                    <a:pt x="1855" y="3012"/>
                    <a:pt x="1189" y="5963"/>
                    <a:pt x="0" y="8772"/>
                  </a:cubicBezTo>
                  <a:lnTo>
                    <a:pt x="344" y="8918"/>
                  </a:lnTo>
                  <a:cubicBezTo>
                    <a:pt x="1549" y="6067"/>
                    <a:pt x="2225" y="3072"/>
                    <a:pt x="2353" y="16"/>
                  </a:cubicBezTo>
                  <a:lnTo>
                    <a:pt x="198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5"/>
            <p:cNvSpPr/>
            <p:nvPr/>
          </p:nvSpPr>
          <p:spPr>
            <a:xfrm rot="-900195">
              <a:off x="696849" y="1286537"/>
              <a:ext cx="175419" cy="110603"/>
            </a:xfrm>
            <a:custGeom>
              <a:avLst/>
              <a:gdLst/>
              <a:ahLst/>
              <a:cxnLst/>
              <a:rect l="l" t="t" r="r" b="b"/>
              <a:pathLst>
                <a:path w="8536" h="5382" extrusionOk="0">
                  <a:moveTo>
                    <a:pt x="8408" y="1"/>
                  </a:moveTo>
                  <a:cubicBezTo>
                    <a:pt x="6623" y="657"/>
                    <a:pt x="4905" y="1518"/>
                    <a:pt x="3303" y="2559"/>
                  </a:cubicBezTo>
                  <a:cubicBezTo>
                    <a:pt x="2140" y="3314"/>
                    <a:pt x="1029" y="4171"/>
                    <a:pt x="1" y="5105"/>
                  </a:cubicBezTo>
                  <a:lnTo>
                    <a:pt x="251" y="5382"/>
                  </a:lnTo>
                  <a:cubicBezTo>
                    <a:pt x="2687" y="3168"/>
                    <a:pt x="5474" y="1477"/>
                    <a:pt x="8535" y="351"/>
                  </a:cubicBezTo>
                  <a:lnTo>
                    <a:pt x="84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5"/>
            <p:cNvSpPr/>
            <p:nvPr/>
          </p:nvSpPr>
          <p:spPr>
            <a:xfrm rot="-900195">
              <a:off x="866404" y="1104006"/>
              <a:ext cx="808684" cy="631148"/>
            </a:xfrm>
            <a:custGeom>
              <a:avLst/>
              <a:gdLst/>
              <a:ahLst/>
              <a:cxnLst/>
              <a:rect l="l" t="t" r="r" b="b"/>
              <a:pathLst>
                <a:path w="39351" h="30712" extrusionOk="0">
                  <a:moveTo>
                    <a:pt x="2" y="0"/>
                  </a:moveTo>
                  <a:lnTo>
                    <a:pt x="1" y="2"/>
                  </a:lnTo>
                  <a:lnTo>
                    <a:pt x="23" y="19"/>
                  </a:lnTo>
                  <a:lnTo>
                    <a:pt x="23" y="19"/>
                  </a:lnTo>
                  <a:cubicBezTo>
                    <a:pt x="16" y="13"/>
                    <a:pt x="9" y="7"/>
                    <a:pt x="2" y="0"/>
                  </a:cubicBezTo>
                  <a:close/>
                  <a:moveTo>
                    <a:pt x="39183" y="30499"/>
                  </a:moveTo>
                  <a:lnTo>
                    <a:pt x="39268" y="30565"/>
                  </a:lnTo>
                  <a:lnTo>
                    <a:pt x="39351" y="30632"/>
                  </a:lnTo>
                  <a:cubicBezTo>
                    <a:pt x="39299" y="30584"/>
                    <a:pt x="39243" y="30539"/>
                    <a:pt x="39183" y="30499"/>
                  </a:cubicBezTo>
                  <a:close/>
                  <a:moveTo>
                    <a:pt x="23" y="19"/>
                  </a:moveTo>
                  <a:cubicBezTo>
                    <a:pt x="509" y="450"/>
                    <a:pt x="678" y="1242"/>
                    <a:pt x="702" y="2218"/>
                  </a:cubicBezTo>
                  <a:cubicBezTo>
                    <a:pt x="1716" y="18125"/>
                    <a:pt x="14938" y="30712"/>
                    <a:pt x="31101" y="30712"/>
                  </a:cubicBezTo>
                  <a:cubicBezTo>
                    <a:pt x="32952" y="30712"/>
                    <a:pt x="34764" y="30545"/>
                    <a:pt x="36525" y="30227"/>
                  </a:cubicBezTo>
                  <a:cubicBezTo>
                    <a:pt x="36943" y="30179"/>
                    <a:pt x="37315" y="30154"/>
                    <a:pt x="37645" y="30154"/>
                  </a:cubicBezTo>
                  <a:cubicBezTo>
                    <a:pt x="38329" y="30154"/>
                    <a:pt x="38831" y="30262"/>
                    <a:pt x="39183" y="30499"/>
                  </a:cubicBezTo>
                  <a:lnTo>
                    <a:pt x="39183" y="30499"/>
                  </a:lnTo>
                  <a:lnTo>
                    <a:pt x="23" y="19"/>
                  </a:ln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4" name="Google Shape;604;p35"/>
          <p:cNvSpPr txBox="1">
            <a:spLocks noGrp="1"/>
          </p:cNvSpPr>
          <p:nvPr>
            <p:ph type="subTitle" idx="2"/>
          </p:nvPr>
        </p:nvSpPr>
        <p:spPr>
          <a:xfrm>
            <a:off x="2387000" y="3475929"/>
            <a:ext cx="4370100" cy="481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Here is where your presentation begins</a:t>
            </a:r>
            <a:endParaRPr/>
          </a:p>
        </p:txBody>
      </p:sp>
      <p:sp>
        <p:nvSpPr>
          <p:cNvPr id="605" name="Google Shape;605;p35"/>
          <p:cNvSpPr txBox="1">
            <a:spLocks noGrp="1"/>
          </p:cNvSpPr>
          <p:nvPr>
            <p:ph type="ctrTitle" idx="3"/>
          </p:nvPr>
        </p:nvSpPr>
        <p:spPr>
          <a:xfrm>
            <a:off x="1521316" y="1194388"/>
            <a:ext cx="6134100" cy="1656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 quiz game</a:t>
            </a: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37"/>
          <p:cNvSpPr txBox="1">
            <a:spLocks noGrp="1"/>
          </p:cNvSpPr>
          <p:nvPr>
            <p:ph type="title"/>
          </p:nvPr>
        </p:nvSpPr>
        <p:spPr>
          <a:xfrm>
            <a:off x="720000" y="500812"/>
            <a:ext cx="7704000" cy="5727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en-US" dirty="0"/>
              <a:t>Purpose of project</a:t>
            </a:r>
            <a:endParaRPr dirty="0"/>
          </a:p>
        </p:txBody>
      </p:sp>
      <p:sp>
        <p:nvSpPr>
          <p:cNvPr id="628" name="Google Shape;628;p37"/>
          <p:cNvSpPr txBox="1">
            <a:spLocks noGrp="1"/>
          </p:cNvSpPr>
          <p:nvPr>
            <p:ph type="title" idx="2"/>
          </p:nvPr>
        </p:nvSpPr>
        <p:spPr>
          <a:xfrm>
            <a:off x="3717938" y="1595400"/>
            <a:ext cx="4062900" cy="434100"/>
          </a:xfrm>
          <a:prstGeom prst="rect">
            <a:avLst/>
          </a:prstGeom>
        </p:spPr>
        <p:txBody>
          <a:bodyPr spcFirstLastPara="1" wrap="square" lIns="91425" tIns="0" rIns="91425" bIns="91425" anchor="t" anchorCtr="0">
            <a:noAutofit/>
          </a:bodyPr>
          <a:lstStyle/>
          <a:p>
            <a:r>
              <a:rPr lang="en-US" sz="1800" dirty="0"/>
              <a:t>The main purpose of this project is to enhance, increase and test the general knowledge of the users. </a:t>
            </a:r>
            <a:br>
              <a:rPr lang="en-US" dirty="0"/>
            </a:br>
            <a:endParaRPr dirty="0"/>
          </a:p>
        </p:txBody>
      </p:sp>
      <p:sp>
        <p:nvSpPr>
          <p:cNvPr id="630" name="Google Shape;630;p37"/>
          <p:cNvSpPr txBox="1">
            <a:spLocks noGrp="1"/>
          </p:cNvSpPr>
          <p:nvPr>
            <p:ph type="title" idx="3"/>
          </p:nvPr>
        </p:nvSpPr>
        <p:spPr>
          <a:xfrm>
            <a:off x="3717938" y="2590525"/>
            <a:ext cx="4062900" cy="815678"/>
          </a:xfrm>
          <a:prstGeom prst="rect">
            <a:avLst/>
          </a:prstGeom>
        </p:spPr>
        <p:txBody>
          <a:bodyPr spcFirstLastPara="1" wrap="square" lIns="91425" tIns="0" rIns="91425" bIns="91425" anchor="t" anchorCtr="0">
            <a:noAutofit/>
          </a:bodyPr>
          <a:lstStyle/>
          <a:p>
            <a:r>
              <a:rPr lang="en-US" sz="1800" dirty="0"/>
              <a:t>We can test our general knowledge and can get reward for the correct answers. </a:t>
            </a:r>
            <a:br>
              <a:rPr lang="en-US" dirty="0"/>
            </a:br>
            <a:endParaRPr dirty="0"/>
          </a:p>
        </p:txBody>
      </p:sp>
      <p:sp>
        <p:nvSpPr>
          <p:cNvPr id="632" name="Google Shape;632;p37"/>
          <p:cNvSpPr txBox="1">
            <a:spLocks noGrp="1"/>
          </p:cNvSpPr>
          <p:nvPr>
            <p:ph type="title" idx="5"/>
          </p:nvPr>
        </p:nvSpPr>
        <p:spPr>
          <a:xfrm>
            <a:off x="3717938" y="3585650"/>
            <a:ext cx="4062900" cy="760200"/>
          </a:xfrm>
          <a:prstGeom prst="rect">
            <a:avLst/>
          </a:prstGeom>
        </p:spPr>
        <p:txBody>
          <a:bodyPr spcFirstLastPara="1" wrap="square" lIns="91425" tIns="0" rIns="91425" bIns="91425" anchor="t" anchorCtr="0">
            <a:noAutofit/>
          </a:bodyPr>
          <a:lstStyle/>
          <a:p>
            <a:r>
              <a:rPr lang="en-US" sz="1800" dirty="0"/>
              <a:t>This project mainly focus on the school children.</a:t>
            </a:r>
            <a:br>
              <a:rPr lang="en-US" dirty="0"/>
            </a:br>
            <a:endParaRPr dirty="0"/>
          </a:p>
        </p:txBody>
      </p:sp>
      <p:sp>
        <p:nvSpPr>
          <p:cNvPr id="634" name="Google Shape;634;p37"/>
          <p:cNvSpPr/>
          <p:nvPr/>
        </p:nvSpPr>
        <p:spPr>
          <a:xfrm>
            <a:off x="2415450" y="1947888"/>
            <a:ext cx="1154700" cy="55200"/>
          </a:xfrm>
          <a:prstGeom prst="roundRect">
            <a:avLst>
              <a:gd name="adj" fmla="val 50000"/>
            </a:avLst>
          </a:prstGeom>
          <a:gradFill>
            <a:gsLst>
              <a:gs pos="0">
                <a:schemeClr val="lt1"/>
              </a:gs>
              <a:gs pos="60000">
                <a:schemeClr val="accent1"/>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7"/>
          <p:cNvSpPr/>
          <p:nvPr/>
        </p:nvSpPr>
        <p:spPr>
          <a:xfrm>
            <a:off x="2415438" y="2943023"/>
            <a:ext cx="1154700" cy="55200"/>
          </a:xfrm>
          <a:prstGeom prst="roundRect">
            <a:avLst>
              <a:gd name="adj" fmla="val 50000"/>
            </a:avLst>
          </a:prstGeom>
          <a:gradFill>
            <a:gsLst>
              <a:gs pos="0">
                <a:schemeClr val="lt1"/>
              </a:gs>
              <a:gs pos="60000">
                <a:schemeClr val="accent1"/>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7"/>
          <p:cNvSpPr/>
          <p:nvPr/>
        </p:nvSpPr>
        <p:spPr>
          <a:xfrm>
            <a:off x="2415450" y="3938148"/>
            <a:ext cx="1154700" cy="55200"/>
          </a:xfrm>
          <a:prstGeom prst="roundRect">
            <a:avLst>
              <a:gd name="adj" fmla="val 50000"/>
            </a:avLst>
          </a:prstGeom>
          <a:gradFill>
            <a:gsLst>
              <a:gs pos="0">
                <a:schemeClr val="lt1"/>
              </a:gs>
              <a:gs pos="60000">
                <a:schemeClr val="accent1"/>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7"/>
          <p:cNvSpPr txBox="1">
            <a:spLocks noGrp="1"/>
          </p:cNvSpPr>
          <p:nvPr>
            <p:ph type="title" idx="13"/>
          </p:nvPr>
        </p:nvSpPr>
        <p:spPr>
          <a:xfrm>
            <a:off x="720000" y="516637"/>
            <a:ext cx="7704000" cy="5727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en-US" dirty="0"/>
              <a:t>Purpose of project</a:t>
            </a:r>
            <a:endParaRPr dirty="0"/>
          </a:p>
        </p:txBody>
      </p:sp>
      <p:grpSp>
        <p:nvGrpSpPr>
          <p:cNvPr id="638" name="Google Shape;638;p37"/>
          <p:cNvGrpSpPr/>
          <p:nvPr/>
        </p:nvGrpSpPr>
        <p:grpSpPr>
          <a:xfrm>
            <a:off x="1234346" y="1539930"/>
            <a:ext cx="904463" cy="871148"/>
            <a:chOff x="874625" y="940638"/>
            <a:chExt cx="778100" cy="749375"/>
          </a:xfrm>
        </p:grpSpPr>
        <p:grpSp>
          <p:nvGrpSpPr>
            <p:cNvPr id="639" name="Google Shape;639;p37"/>
            <p:cNvGrpSpPr/>
            <p:nvPr/>
          </p:nvGrpSpPr>
          <p:grpSpPr>
            <a:xfrm>
              <a:off x="874625" y="940638"/>
              <a:ext cx="778100" cy="749375"/>
              <a:chOff x="892125" y="937500"/>
              <a:chExt cx="778100" cy="749375"/>
            </a:xfrm>
          </p:grpSpPr>
          <p:sp>
            <p:nvSpPr>
              <p:cNvPr id="640" name="Google Shape;640;p37"/>
              <p:cNvSpPr/>
              <p:nvPr/>
            </p:nvSpPr>
            <p:spPr>
              <a:xfrm>
                <a:off x="892125" y="937500"/>
                <a:ext cx="657900" cy="6579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7"/>
              <p:cNvSpPr/>
              <p:nvPr/>
            </p:nvSpPr>
            <p:spPr>
              <a:xfrm>
                <a:off x="1012325" y="1028975"/>
                <a:ext cx="657900" cy="6579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2" name="Google Shape;642;p37"/>
            <p:cNvSpPr/>
            <p:nvPr/>
          </p:nvSpPr>
          <p:spPr>
            <a:xfrm>
              <a:off x="933975" y="985638"/>
              <a:ext cx="659400" cy="6594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3" name="Google Shape;643;p37"/>
          <p:cNvGrpSpPr/>
          <p:nvPr/>
        </p:nvGrpSpPr>
        <p:grpSpPr>
          <a:xfrm>
            <a:off x="1234346" y="3530180"/>
            <a:ext cx="904463" cy="871148"/>
            <a:chOff x="874625" y="940638"/>
            <a:chExt cx="778100" cy="749375"/>
          </a:xfrm>
        </p:grpSpPr>
        <p:grpSp>
          <p:nvGrpSpPr>
            <p:cNvPr id="644" name="Google Shape;644;p37"/>
            <p:cNvGrpSpPr/>
            <p:nvPr/>
          </p:nvGrpSpPr>
          <p:grpSpPr>
            <a:xfrm>
              <a:off x="874625" y="940638"/>
              <a:ext cx="778100" cy="749375"/>
              <a:chOff x="892125" y="937500"/>
              <a:chExt cx="778100" cy="749375"/>
            </a:xfrm>
          </p:grpSpPr>
          <p:sp>
            <p:nvSpPr>
              <p:cNvPr id="645" name="Google Shape;645;p37"/>
              <p:cNvSpPr/>
              <p:nvPr/>
            </p:nvSpPr>
            <p:spPr>
              <a:xfrm>
                <a:off x="892125" y="937500"/>
                <a:ext cx="657900" cy="6579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7"/>
              <p:cNvSpPr/>
              <p:nvPr/>
            </p:nvSpPr>
            <p:spPr>
              <a:xfrm>
                <a:off x="1012325" y="1028975"/>
                <a:ext cx="657900" cy="6579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7" name="Google Shape;647;p37"/>
            <p:cNvSpPr/>
            <p:nvPr/>
          </p:nvSpPr>
          <p:spPr>
            <a:xfrm>
              <a:off x="933975" y="985638"/>
              <a:ext cx="659400" cy="6594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8" name="Google Shape;648;p37"/>
          <p:cNvGrpSpPr/>
          <p:nvPr/>
        </p:nvGrpSpPr>
        <p:grpSpPr>
          <a:xfrm>
            <a:off x="1234346" y="2535055"/>
            <a:ext cx="904463" cy="871148"/>
            <a:chOff x="874625" y="940638"/>
            <a:chExt cx="778100" cy="749375"/>
          </a:xfrm>
        </p:grpSpPr>
        <p:grpSp>
          <p:nvGrpSpPr>
            <p:cNvPr id="649" name="Google Shape;649;p37"/>
            <p:cNvGrpSpPr/>
            <p:nvPr/>
          </p:nvGrpSpPr>
          <p:grpSpPr>
            <a:xfrm>
              <a:off x="874625" y="940638"/>
              <a:ext cx="778100" cy="749375"/>
              <a:chOff x="892125" y="937500"/>
              <a:chExt cx="778100" cy="749375"/>
            </a:xfrm>
          </p:grpSpPr>
          <p:sp>
            <p:nvSpPr>
              <p:cNvPr id="650" name="Google Shape;650;p37"/>
              <p:cNvSpPr/>
              <p:nvPr/>
            </p:nvSpPr>
            <p:spPr>
              <a:xfrm>
                <a:off x="892125" y="937500"/>
                <a:ext cx="657900" cy="6579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7"/>
              <p:cNvSpPr/>
              <p:nvPr/>
            </p:nvSpPr>
            <p:spPr>
              <a:xfrm>
                <a:off x="1012325" y="1028975"/>
                <a:ext cx="657900" cy="6579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2" name="Google Shape;652;p37"/>
            <p:cNvSpPr/>
            <p:nvPr/>
          </p:nvSpPr>
          <p:spPr>
            <a:xfrm>
              <a:off x="933975" y="985638"/>
              <a:ext cx="659400" cy="6594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3" name="Google Shape;653;p37"/>
          <p:cNvSpPr txBox="1">
            <a:spLocks noGrp="1"/>
          </p:cNvSpPr>
          <p:nvPr>
            <p:ph type="title" idx="7"/>
          </p:nvPr>
        </p:nvSpPr>
        <p:spPr>
          <a:xfrm>
            <a:off x="1234325" y="1595400"/>
            <a:ext cx="904500" cy="76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654" name="Google Shape;654;p37"/>
          <p:cNvSpPr txBox="1">
            <a:spLocks noGrp="1"/>
          </p:cNvSpPr>
          <p:nvPr>
            <p:ph type="title" idx="8"/>
          </p:nvPr>
        </p:nvSpPr>
        <p:spPr>
          <a:xfrm>
            <a:off x="1234325" y="2590525"/>
            <a:ext cx="904500" cy="76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655" name="Google Shape;655;p37"/>
          <p:cNvSpPr txBox="1">
            <a:spLocks noGrp="1"/>
          </p:cNvSpPr>
          <p:nvPr>
            <p:ph type="title" idx="9"/>
          </p:nvPr>
        </p:nvSpPr>
        <p:spPr>
          <a:xfrm>
            <a:off x="1234325" y="3585650"/>
            <a:ext cx="904500" cy="76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99"/>
        <p:cNvGrpSpPr/>
        <p:nvPr/>
      </p:nvGrpSpPr>
      <p:grpSpPr>
        <a:xfrm>
          <a:off x="0" y="0"/>
          <a:ext cx="0" cy="0"/>
          <a:chOff x="0" y="0"/>
          <a:chExt cx="0" cy="0"/>
        </a:xfrm>
      </p:grpSpPr>
      <p:grpSp>
        <p:nvGrpSpPr>
          <p:cNvPr id="1301" name="Google Shape;1301;p58"/>
          <p:cNvGrpSpPr/>
          <p:nvPr/>
        </p:nvGrpSpPr>
        <p:grpSpPr>
          <a:xfrm rot="283100">
            <a:off x="6025442" y="1839975"/>
            <a:ext cx="1284623" cy="320156"/>
            <a:chOff x="1532025" y="2964350"/>
            <a:chExt cx="698875" cy="174175"/>
          </a:xfrm>
        </p:grpSpPr>
        <p:sp>
          <p:nvSpPr>
            <p:cNvPr id="1302" name="Google Shape;1302;p58"/>
            <p:cNvSpPr/>
            <p:nvPr/>
          </p:nvSpPr>
          <p:spPr>
            <a:xfrm>
              <a:off x="1532025" y="2982900"/>
              <a:ext cx="133725" cy="152275"/>
            </a:xfrm>
            <a:custGeom>
              <a:avLst/>
              <a:gdLst/>
              <a:ahLst/>
              <a:cxnLst/>
              <a:rect l="l" t="t" r="r" b="b"/>
              <a:pathLst>
                <a:path w="5349" h="6091" extrusionOk="0">
                  <a:moveTo>
                    <a:pt x="5349" y="0"/>
                  </a:moveTo>
                  <a:lnTo>
                    <a:pt x="5349" y="0"/>
                  </a:lnTo>
                  <a:cubicBezTo>
                    <a:pt x="5048" y="55"/>
                    <a:pt x="4884" y="55"/>
                    <a:pt x="4581" y="138"/>
                  </a:cubicBezTo>
                  <a:cubicBezTo>
                    <a:pt x="4361" y="1894"/>
                    <a:pt x="4280" y="2772"/>
                    <a:pt x="4170" y="4528"/>
                  </a:cubicBezTo>
                  <a:cubicBezTo>
                    <a:pt x="4170" y="4828"/>
                    <a:pt x="4142" y="4967"/>
                    <a:pt x="4142" y="5267"/>
                  </a:cubicBezTo>
                  <a:cubicBezTo>
                    <a:pt x="4087" y="5296"/>
                    <a:pt x="4061" y="5296"/>
                    <a:pt x="4006" y="5296"/>
                  </a:cubicBezTo>
                  <a:cubicBezTo>
                    <a:pt x="3841" y="5048"/>
                    <a:pt x="3758" y="4912"/>
                    <a:pt x="3593" y="4664"/>
                  </a:cubicBezTo>
                  <a:cubicBezTo>
                    <a:pt x="2524" y="3156"/>
                    <a:pt x="1947" y="2414"/>
                    <a:pt x="768" y="961"/>
                  </a:cubicBezTo>
                  <a:cubicBezTo>
                    <a:pt x="466" y="1043"/>
                    <a:pt x="301" y="1097"/>
                    <a:pt x="0" y="1181"/>
                  </a:cubicBezTo>
                  <a:cubicBezTo>
                    <a:pt x="1372" y="2772"/>
                    <a:pt x="2660" y="4389"/>
                    <a:pt x="3951" y="6090"/>
                  </a:cubicBezTo>
                  <a:cubicBezTo>
                    <a:pt x="4225" y="6036"/>
                    <a:pt x="4390" y="5981"/>
                    <a:pt x="4664" y="5926"/>
                  </a:cubicBezTo>
                  <a:cubicBezTo>
                    <a:pt x="4829" y="3924"/>
                    <a:pt x="5048" y="1975"/>
                    <a:pt x="53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58"/>
            <p:cNvSpPr/>
            <p:nvPr/>
          </p:nvSpPr>
          <p:spPr>
            <a:xfrm>
              <a:off x="1691150" y="2970550"/>
              <a:ext cx="83675" cy="148150"/>
            </a:xfrm>
            <a:custGeom>
              <a:avLst/>
              <a:gdLst/>
              <a:ahLst/>
              <a:cxnLst/>
              <a:rect l="l" t="t" r="r" b="b"/>
              <a:pathLst>
                <a:path w="3347" h="5926" extrusionOk="0">
                  <a:moveTo>
                    <a:pt x="2634" y="0"/>
                  </a:moveTo>
                  <a:cubicBezTo>
                    <a:pt x="1563" y="110"/>
                    <a:pt x="1043" y="165"/>
                    <a:pt x="0" y="329"/>
                  </a:cubicBezTo>
                  <a:cubicBezTo>
                    <a:pt x="26" y="549"/>
                    <a:pt x="55" y="659"/>
                    <a:pt x="110" y="907"/>
                  </a:cubicBezTo>
                  <a:cubicBezTo>
                    <a:pt x="465" y="852"/>
                    <a:pt x="658" y="823"/>
                    <a:pt x="1043" y="768"/>
                  </a:cubicBezTo>
                  <a:cubicBezTo>
                    <a:pt x="1343" y="2553"/>
                    <a:pt x="1508" y="3457"/>
                    <a:pt x="1811" y="5241"/>
                  </a:cubicBezTo>
                  <a:cubicBezTo>
                    <a:pt x="1508" y="5268"/>
                    <a:pt x="1343" y="5296"/>
                    <a:pt x="1014" y="5351"/>
                  </a:cubicBezTo>
                  <a:cubicBezTo>
                    <a:pt x="1069" y="5570"/>
                    <a:pt x="1097" y="5680"/>
                    <a:pt x="1152" y="5926"/>
                  </a:cubicBezTo>
                  <a:cubicBezTo>
                    <a:pt x="2030" y="5790"/>
                    <a:pt x="2469" y="5735"/>
                    <a:pt x="3347" y="5652"/>
                  </a:cubicBezTo>
                  <a:cubicBezTo>
                    <a:pt x="3318" y="5406"/>
                    <a:pt x="3292" y="5296"/>
                    <a:pt x="3264" y="5077"/>
                  </a:cubicBezTo>
                  <a:cubicBezTo>
                    <a:pt x="2963" y="5103"/>
                    <a:pt x="2798" y="5131"/>
                    <a:pt x="2495" y="5158"/>
                  </a:cubicBezTo>
                  <a:cubicBezTo>
                    <a:pt x="2221" y="3376"/>
                    <a:pt x="2085" y="2469"/>
                    <a:pt x="1811" y="687"/>
                  </a:cubicBezTo>
                  <a:cubicBezTo>
                    <a:pt x="2166" y="632"/>
                    <a:pt x="2359" y="604"/>
                    <a:pt x="2715" y="577"/>
                  </a:cubicBezTo>
                  <a:cubicBezTo>
                    <a:pt x="2689" y="358"/>
                    <a:pt x="2660" y="220"/>
                    <a:pt x="26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58"/>
            <p:cNvSpPr/>
            <p:nvPr/>
          </p:nvSpPr>
          <p:spPr>
            <a:xfrm>
              <a:off x="1804275" y="2964350"/>
              <a:ext cx="126225" cy="144100"/>
            </a:xfrm>
            <a:custGeom>
              <a:avLst/>
              <a:gdLst/>
              <a:ahLst/>
              <a:cxnLst/>
              <a:rect l="l" t="t" r="r" b="b"/>
              <a:pathLst>
                <a:path w="5049" h="5764" extrusionOk="0">
                  <a:moveTo>
                    <a:pt x="2307" y="600"/>
                  </a:moveTo>
                  <a:cubicBezTo>
                    <a:pt x="2777" y="600"/>
                    <a:pt x="3145" y="679"/>
                    <a:pt x="3431" y="797"/>
                  </a:cubicBezTo>
                  <a:cubicBezTo>
                    <a:pt x="3732" y="935"/>
                    <a:pt x="3951" y="1155"/>
                    <a:pt x="4089" y="1484"/>
                  </a:cubicBezTo>
                  <a:cubicBezTo>
                    <a:pt x="4225" y="1813"/>
                    <a:pt x="4280" y="2252"/>
                    <a:pt x="4254" y="2827"/>
                  </a:cubicBezTo>
                  <a:cubicBezTo>
                    <a:pt x="4254" y="3376"/>
                    <a:pt x="4171" y="3815"/>
                    <a:pt x="4034" y="4118"/>
                  </a:cubicBezTo>
                  <a:cubicBezTo>
                    <a:pt x="3896" y="4447"/>
                    <a:pt x="3677" y="4693"/>
                    <a:pt x="3402" y="4831"/>
                  </a:cubicBezTo>
                  <a:cubicBezTo>
                    <a:pt x="3128" y="4995"/>
                    <a:pt x="2772" y="5077"/>
                    <a:pt x="2305" y="5077"/>
                  </a:cubicBezTo>
                  <a:cubicBezTo>
                    <a:pt x="1840" y="5105"/>
                    <a:pt x="1592" y="5105"/>
                    <a:pt x="1098" y="5131"/>
                  </a:cubicBezTo>
                  <a:cubicBezTo>
                    <a:pt x="988" y="3349"/>
                    <a:pt x="933" y="2443"/>
                    <a:pt x="824" y="661"/>
                  </a:cubicBezTo>
                  <a:cubicBezTo>
                    <a:pt x="1317" y="632"/>
                    <a:pt x="1592" y="606"/>
                    <a:pt x="2086" y="606"/>
                  </a:cubicBezTo>
                  <a:cubicBezTo>
                    <a:pt x="2162" y="602"/>
                    <a:pt x="2236" y="600"/>
                    <a:pt x="2307" y="600"/>
                  </a:cubicBezTo>
                  <a:close/>
                  <a:moveTo>
                    <a:pt x="2296" y="0"/>
                  </a:moveTo>
                  <a:cubicBezTo>
                    <a:pt x="2245" y="0"/>
                    <a:pt x="2193" y="1"/>
                    <a:pt x="2140" y="2"/>
                  </a:cubicBezTo>
                  <a:cubicBezTo>
                    <a:pt x="1291" y="29"/>
                    <a:pt x="852" y="29"/>
                    <a:pt x="1" y="84"/>
                  </a:cubicBezTo>
                  <a:cubicBezTo>
                    <a:pt x="165" y="1978"/>
                    <a:pt x="303" y="3870"/>
                    <a:pt x="468" y="5764"/>
                  </a:cubicBezTo>
                  <a:cubicBezTo>
                    <a:pt x="1208" y="5709"/>
                    <a:pt x="1565" y="5709"/>
                    <a:pt x="2305" y="5680"/>
                  </a:cubicBezTo>
                  <a:cubicBezTo>
                    <a:pt x="3183" y="5654"/>
                    <a:pt x="3815" y="5434"/>
                    <a:pt x="4254" y="4967"/>
                  </a:cubicBezTo>
                  <a:cubicBezTo>
                    <a:pt x="4719" y="4528"/>
                    <a:pt x="4967" y="3815"/>
                    <a:pt x="4994" y="2827"/>
                  </a:cubicBezTo>
                  <a:cubicBezTo>
                    <a:pt x="5048" y="1868"/>
                    <a:pt x="4829" y="1155"/>
                    <a:pt x="4364" y="687"/>
                  </a:cubicBezTo>
                  <a:cubicBezTo>
                    <a:pt x="3920" y="246"/>
                    <a:pt x="3233" y="0"/>
                    <a:pt x="22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58"/>
            <p:cNvSpPr/>
            <p:nvPr/>
          </p:nvSpPr>
          <p:spPr>
            <a:xfrm>
              <a:off x="1960000" y="2966425"/>
              <a:ext cx="118650" cy="150925"/>
            </a:xfrm>
            <a:custGeom>
              <a:avLst/>
              <a:gdLst/>
              <a:ahLst/>
              <a:cxnLst/>
              <a:rect l="l" t="t" r="r" b="b"/>
              <a:pathLst>
                <a:path w="4746" h="6037" extrusionOk="0">
                  <a:moveTo>
                    <a:pt x="439" y="1"/>
                  </a:moveTo>
                  <a:cubicBezTo>
                    <a:pt x="301" y="1895"/>
                    <a:pt x="136" y="3787"/>
                    <a:pt x="0" y="5681"/>
                  </a:cubicBezTo>
                  <a:cubicBezTo>
                    <a:pt x="1482" y="5762"/>
                    <a:pt x="2221" y="5845"/>
                    <a:pt x="3703" y="6036"/>
                  </a:cubicBezTo>
                  <a:cubicBezTo>
                    <a:pt x="3731" y="5817"/>
                    <a:pt x="3758" y="5681"/>
                    <a:pt x="3812" y="5461"/>
                  </a:cubicBezTo>
                  <a:cubicBezTo>
                    <a:pt x="2579" y="5268"/>
                    <a:pt x="1947" y="5213"/>
                    <a:pt x="713" y="5132"/>
                  </a:cubicBezTo>
                  <a:cubicBezTo>
                    <a:pt x="795" y="4280"/>
                    <a:pt x="850" y="3870"/>
                    <a:pt x="933" y="3047"/>
                  </a:cubicBezTo>
                  <a:cubicBezTo>
                    <a:pt x="2030" y="3128"/>
                    <a:pt x="2579" y="3183"/>
                    <a:pt x="3703" y="3348"/>
                  </a:cubicBezTo>
                  <a:cubicBezTo>
                    <a:pt x="3731" y="3102"/>
                    <a:pt x="3758" y="2992"/>
                    <a:pt x="3786" y="2744"/>
                  </a:cubicBezTo>
                  <a:cubicBezTo>
                    <a:pt x="2660" y="2608"/>
                    <a:pt x="2111" y="2553"/>
                    <a:pt x="988" y="2470"/>
                  </a:cubicBezTo>
                  <a:cubicBezTo>
                    <a:pt x="1043" y="1730"/>
                    <a:pt x="1098" y="1372"/>
                    <a:pt x="1152" y="659"/>
                  </a:cubicBezTo>
                  <a:cubicBezTo>
                    <a:pt x="2550" y="769"/>
                    <a:pt x="3237" y="824"/>
                    <a:pt x="4635" y="1017"/>
                  </a:cubicBezTo>
                  <a:cubicBezTo>
                    <a:pt x="4664" y="797"/>
                    <a:pt x="4690" y="659"/>
                    <a:pt x="4745" y="440"/>
                  </a:cubicBezTo>
                  <a:cubicBezTo>
                    <a:pt x="3018" y="194"/>
                    <a:pt x="2166" y="110"/>
                    <a:pt x="4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58"/>
            <p:cNvSpPr/>
            <p:nvPr/>
          </p:nvSpPr>
          <p:spPr>
            <a:xfrm>
              <a:off x="2084825" y="2988650"/>
              <a:ext cx="146075" cy="149875"/>
            </a:xfrm>
            <a:custGeom>
              <a:avLst/>
              <a:gdLst/>
              <a:ahLst/>
              <a:cxnLst/>
              <a:rect l="l" t="t" r="r" b="b"/>
              <a:pathLst>
                <a:path w="5843" h="5995" extrusionOk="0">
                  <a:moveTo>
                    <a:pt x="2732" y="597"/>
                  </a:moveTo>
                  <a:cubicBezTo>
                    <a:pt x="2964" y="597"/>
                    <a:pt x="3223" y="631"/>
                    <a:pt x="3512" y="703"/>
                  </a:cubicBezTo>
                  <a:cubicBezTo>
                    <a:pt x="4060" y="813"/>
                    <a:pt x="4444" y="977"/>
                    <a:pt x="4690" y="1225"/>
                  </a:cubicBezTo>
                  <a:cubicBezTo>
                    <a:pt x="4938" y="1445"/>
                    <a:pt x="5048" y="1745"/>
                    <a:pt x="5048" y="2103"/>
                  </a:cubicBezTo>
                  <a:cubicBezTo>
                    <a:pt x="5048" y="2459"/>
                    <a:pt x="4965" y="2898"/>
                    <a:pt x="4774" y="3420"/>
                  </a:cubicBezTo>
                  <a:cubicBezTo>
                    <a:pt x="4581" y="3969"/>
                    <a:pt x="4390" y="4379"/>
                    <a:pt x="4170" y="4708"/>
                  </a:cubicBezTo>
                  <a:cubicBezTo>
                    <a:pt x="3951" y="5011"/>
                    <a:pt x="3703" y="5202"/>
                    <a:pt x="3373" y="5312"/>
                  </a:cubicBezTo>
                  <a:cubicBezTo>
                    <a:pt x="3196" y="5371"/>
                    <a:pt x="3004" y="5398"/>
                    <a:pt x="2786" y="5398"/>
                  </a:cubicBezTo>
                  <a:cubicBezTo>
                    <a:pt x="2600" y="5398"/>
                    <a:pt x="2395" y="5378"/>
                    <a:pt x="2166" y="5340"/>
                  </a:cubicBezTo>
                  <a:cubicBezTo>
                    <a:pt x="1701" y="5231"/>
                    <a:pt x="1343" y="5066"/>
                    <a:pt x="1124" y="4846"/>
                  </a:cubicBezTo>
                  <a:cubicBezTo>
                    <a:pt x="904" y="4627"/>
                    <a:pt x="768" y="4324"/>
                    <a:pt x="740" y="3969"/>
                  </a:cubicBezTo>
                  <a:cubicBezTo>
                    <a:pt x="713" y="3639"/>
                    <a:pt x="768" y="3172"/>
                    <a:pt x="904" y="2623"/>
                  </a:cubicBezTo>
                  <a:cubicBezTo>
                    <a:pt x="1043" y="2075"/>
                    <a:pt x="1179" y="1636"/>
                    <a:pt x="1372" y="1306"/>
                  </a:cubicBezTo>
                  <a:cubicBezTo>
                    <a:pt x="1563" y="1006"/>
                    <a:pt x="1837" y="786"/>
                    <a:pt x="2166" y="676"/>
                  </a:cubicBezTo>
                  <a:cubicBezTo>
                    <a:pt x="2336" y="625"/>
                    <a:pt x="2523" y="597"/>
                    <a:pt x="2732" y="597"/>
                  </a:cubicBezTo>
                  <a:close/>
                  <a:moveTo>
                    <a:pt x="2673" y="1"/>
                  </a:moveTo>
                  <a:cubicBezTo>
                    <a:pt x="2395" y="1"/>
                    <a:pt x="2142" y="34"/>
                    <a:pt x="1921" y="99"/>
                  </a:cubicBezTo>
                  <a:cubicBezTo>
                    <a:pt x="1453" y="238"/>
                    <a:pt x="1069" y="512"/>
                    <a:pt x="795" y="896"/>
                  </a:cubicBezTo>
                  <a:cubicBezTo>
                    <a:pt x="520" y="1280"/>
                    <a:pt x="301" y="1829"/>
                    <a:pt x="165" y="2459"/>
                  </a:cubicBezTo>
                  <a:cubicBezTo>
                    <a:pt x="26" y="3117"/>
                    <a:pt x="0" y="3694"/>
                    <a:pt x="55" y="4159"/>
                  </a:cubicBezTo>
                  <a:cubicBezTo>
                    <a:pt x="136" y="4598"/>
                    <a:pt x="329" y="4983"/>
                    <a:pt x="630" y="5285"/>
                  </a:cubicBezTo>
                  <a:cubicBezTo>
                    <a:pt x="959" y="5560"/>
                    <a:pt x="1398" y="5779"/>
                    <a:pt x="2002" y="5889"/>
                  </a:cubicBezTo>
                  <a:cubicBezTo>
                    <a:pt x="2320" y="5961"/>
                    <a:pt x="2615" y="5995"/>
                    <a:pt x="2888" y="5995"/>
                  </a:cubicBezTo>
                  <a:cubicBezTo>
                    <a:pt x="3133" y="5995"/>
                    <a:pt x="3359" y="5967"/>
                    <a:pt x="3567" y="5915"/>
                  </a:cubicBezTo>
                  <a:cubicBezTo>
                    <a:pt x="4005" y="5779"/>
                    <a:pt x="4361" y="5531"/>
                    <a:pt x="4690" y="5147"/>
                  </a:cubicBezTo>
                  <a:cubicBezTo>
                    <a:pt x="4993" y="4763"/>
                    <a:pt x="5267" y="4269"/>
                    <a:pt x="5513" y="3611"/>
                  </a:cubicBezTo>
                  <a:cubicBezTo>
                    <a:pt x="5733" y="2981"/>
                    <a:pt x="5842" y="2459"/>
                    <a:pt x="5816" y="1993"/>
                  </a:cubicBezTo>
                  <a:cubicBezTo>
                    <a:pt x="5761" y="1526"/>
                    <a:pt x="5597" y="1142"/>
                    <a:pt x="5239" y="813"/>
                  </a:cubicBezTo>
                  <a:cubicBezTo>
                    <a:pt x="4883" y="512"/>
                    <a:pt x="4361" y="264"/>
                    <a:pt x="3676" y="128"/>
                  </a:cubicBezTo>
                  <a:cubicBezTo>
                    <a:pt x="3316" y="42"/>
                    <a:pt x="2980" y="1"/>
                    <a:pt x="26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7" name="Google Shape;1307;p58"/>
          <p:cNvGrpSpPr/>
          <p:nvPr/>
        </p:nvGrpSpPr>
        <p:grpSpPr>
          <a:xfrm rot="283100">
            <a:off x="5785707" y="3528803"/>
            <a:ext cx="1477534" cy="337940"/>
            <a:chOff x="1484675" y="5292825"/>
            <a:chExt cx="803825" cy="183850"/>
          </a:xfrm>
        </p:grpSpPr>
        <p:sp>
          <p:nvSpPr>
            <p:cNvPr id="1308" name="Google Shape;1308;p58"/>
            <p:cNvSpPr/>
            <p:nvPr/>
          </p:nvSpPr>
          <p:spPr>
            <a:xfrm>
              <a:off x="1484675" y="5303150"/>
              <a:ext cx="125550" cy="141300"/>
            </a:xfrm>
            <a:custGeom>
              <a:avLst/>
              <a:gdLst/>
              <a:ahLst/>
              <a:cxnLst/>
              <a:rect l="l" t="t" r="r" b="b"/>
              <a:pathLst>
                <a:path w="5022" h="5652" extrusionOk="0">
                  <a:moveTo>
                    <a:pt x="2200" y="0"/>
                  </a:moveTo>
                  <a:cubicBezTo>
                    <a:pt x="1758" y="0"/>
                    <a:pt x="1390" y="106"/>
                    <a:pt x="1098" y="330"/>
                  </a:cubicBezTo>
                  <a:cubicBezTo>
                    <a:pt x="604" y="659"/>
                    <a:pt x="303" y="1289"/>
                    <a:pt x="165" y="2222"/>
                  </a:cubicBezTo>
                  <a:cubicBezTo>
                    <a:pt x="0" y="3128"/>
                    <a:pt x="110" y="3868"/>
                    <a:pt x="439" y="4416"/>
                  </a:cubicBezTo>
                  <a:cubicBezTo>
                    <a:pt x="797" y="4965"/>
                    <a:pt x="1401" y="5349"/>
                    <a:pt x="2278" y="5542"/>
                  </a:cubicBezTo>
                  <a:cubicBezTo>
                    <a:pt x="2606" y="5615"/>
                    <a:pt x="2897" y="5651"/>
                    <a:pt x="3160" y="5651"/>
                  </a:cubicBezTo>
                  <a:cubicBezTo>
                    <a:pt x="3294" y="5651"/>
                    <a:pt x="3420" y="5642"/>
                    <a:pt x="3540" y="5623"/>
                  </a:cubicBezTo>
                  <a:cubicBezTo>
                    <a:pt x="3896" y="5569"/>
                    <a:pt x="4170" y="5432"/>
                    <a:pt x="4363" y="5239"/>
                  </a:cubicBezTo>
                  <a:cubicBezTo>
                    <a:pt x="4583" y="5048"/>
                    <a:pt x="4693" y="4774"/>
                    <a:pt x="4719" y="4416"/>
                  </a:cubicBezTo>
                  <a:cubicBezTo>
                    <a:pt x="4445" y="4361"/>
                    <a:pt x="4309" y="4335"/>
                    <a:pt x="4061" y="4307"/>
                  </a:cubicBezTo>
                  <a:cubicBezTo>
                    <a:pt x="4006" y="4636"/>
                    <a:pt x="3841" y="4855"/>
                    <a:pt x="3540" y="4994"/>
                  </a:cubicBezTo>
                  <a:cubicBezTo>
                    <a:pt x="3381" y="5051"/>
                    <a:pt x="3192" y="5086"/>
                    <a:pt x="2976" y="5086"/>
                  </a:cubicBezTo>
                  <a:cubicBezTo>
                    <a:pt x="2782" y="5086"/>
                    <a:pt x="2567" y="5058"/>
                    <a:pt x="2333" y="4994"/>
                  </a:cubicBezTo>
                  <a:cubicBezTo>
                    <a:pt x="1894" y="4910"/>
                    <a:pt x="1537" y="4746"/>
                    <a:pt x="1291" y="4526"/>
                  </a:cubicBezTo>
                  <a:cubicBezTo>
                    <a:pt x="1071" y="4335"/>
                    <a:pt x="907" y="4032"/>
                    <a:pt x="823" y="3703"/>
                  </a:cubicBezTo>
                  <a:cubicBezTo>
                    <a:pt x="768" y="3347"/>
                    <a:pt x="768" y="2909"/>
                    <a:pt x="852" y="2386"/>
                  </a:cubicBezTo>
                  <a:cubicBezTo>
                    <a:pt x="933" y="1866"/>
                    <a:pt x="1043" y="1453"/>
                    <a:pt x="1236" y="1153"/>
                  </a:cubicBezTo>
                  <a:cubicBezTo>
                    <a:pt x="1401" y="878"/>
                    <a:pt x="1620" y="685"/>
                    <a:pt x="1921" y="604"/>
                  </a:cubicBezTo>
                  <a:cubicBezTo>
                    <a:pt x="2034" y="581"/>
                    <a:pt x="2167" y="568"/>
                    <a:pt x="2314" y="568"/>
                  </a:cubicBezTo>
                  <a:cubicBezTo>
                    <a:pt x="2523" y="568"/>
                    <a:pt x="2761" y="595"/>
                    <a:pt x="3018" y="659"/>
                  </a:cubicBezTo>
                  <a:cubicBezTo>
                    <a:pt x="3486" y="740"/>
                    <a:pt x="3815" y="905"/>
                    <a:pt x="4034" y="1153"/>
                  </a:cubicBezTo>
                  <a:cubicBezTo>
                    <a:pt x="4254" y="1372"/>
                    <a:pt x="4363" y="1673"/>
                    <a:pt x="4309" y="2002"/>
                  </a:cubicBezTo>
                  <a:cubicBezTo>
                    <a:pt x="4583" y="2057"/>
                    <a:pt x="4719" y="2086"/>
                    <a:pt x="4967" y="2140"/>
                  </a:cubicBezTo>
                  <a:cubicBezTo>
                    <a:pt x="5022" y="1783"/>
                    <a:pt x="4967" y="1482"/>
                    <a:pt x="4829" y="1208"/>
                  </a:cubicBezTo>
                  <a:cubicBezTo>
                    <a:pt x="4693" y="960"/>
                    <a:pt x="4473" y="714"/>
                    <a:pt x="4199" y="549"/>
                  </a:cubicBezTo>
                  <a:cubicBezTo>
                    <a:pt x="3896" y="356"/>
                    <a:pt x="3540" y="220"/>
                    <a:pt x="3073" y="110"/>
                  </a:cubicBezTo>
                  <a:cubicBezTo>
                    <a:pt x="2755" y="38"/>
                    <a:pt x="2464" y="0"/>
                    <a:pt x="22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58"/>
            <p:cNvSpPr/>
            <p:nvPr/>
          </p:nvSpPr>
          <p:spPr>
            <a:xfrm>
              <a:off x="1631450" y="5325100"/>
              <a:ext cx="107000" cy="144700"/>
            </a:xfrm>
            <a:custGeom>
              <a:avLst/>
              <a:gdLst/>
              <a:ahLst/>
              <a:cxnLst/>
              <a:rect l="l" t="t" r="r" b="b"/>
              <a:pathLst>
                <a:path w="4280" h="5788" extrusionOk="0">
                  <a:moveTo>
                    <a:pt x="1126" y="630"/>
                  </a:moveTo>
                  <a:cubicBezTo>
                    <a:pt x="1565" y="714"/>
                    <a:pt x="1811" y="740"/>
                    <a:pt x="2250" y="795"/>
                  </a:cubicBezTo>
                  <a:cubicBezTo>
                    <a:pt x="2634" y="850"/>
                    <a:pt x="2908" y="905"/>
                    <a:pt x="3101" y="988"/>
                  </a:cubicBezTo>
                  <a:cubicBezTo>
                    <a:pt x="3292" y="1069"/>
                    <a:pt x="3431" y="1179"/>
                    <a:pt x="3512" y="1317"/>
                  </a:cubicBezTo>
                  <a:cubicBezTo>
                    <a:pt x="3595" y="1482"/>
                    <a:pt x="3621" y="1646"/>
                    <a:pt x="3621" y="1892"/>
                  </a:cubicBezTo>
                  <a:cubicBezTo>
                    <a:pt x="3575" y="2427"/>
                    <a:pt x="3195" y="2686"/>
                    <a:pt x="2496" y="2686"/>
                  </a:cubicBezTo>
                  <a:cubicBezTo>
                    <a:pt x="2370" y="2686"/>
                    <a:pt x="2233" y="2677"/>
                    <a:pt x="2085" y="2660"/>
                  </a:cubicBezTo>
                  <a:cubicBezTo>
                    <a:pt x="1620" y="2579"/>
                    <a:pt x="1400" y="2551"/>
                    <a:pt x="961" y="2496"/>
                  </a:cubicBezTo>
                  <a:cubicBezTo>
                    <a:pt x="1016" y="1756"/>
                    <a:pt x="1071" y="1372"/>
                    <a:pt x="1126" y="630"/>
                  </a:cubicBezTo>
                  <a:close/>
                  <a:moveTo>
                    <a:pt x="523" y="0"/>
                  </a:moveTo>
                  <a:cubicBezTo>
                    <a:pt x="303" y="2085"/>
                    <a:pt x="220" y="3128"/>
                    <a:pt x="0" y="5239"/>
                  </a:cubicBezTo>
                  <a:cubicBezTo>
                    <a:pt x="275" y="5268"/>
                    <a:pt x="413" y="5294"/>
                    <a:pt x="713" y="5349"/>
                  </a:cubicBezTo>
                  <a:cubicBezTo>
                    <a:pt x="797" y="4416"/>
                    <a:pt x="823" y="3951"/>
                    <a:pt x="907" y="3018"/>
                  </a:cubicBezTo>
                  <a:cubicBezTo>
                    <a:pt x="1372" y="3073"/>
                    <a:pt x="1591" y="3128"/>
                    <a:pt x="2030" y="3183"/>
                  </a:cubicBezTo>
                  <a:cubicBezTo>
                    <a:pt x="2333" y="3209"/>
                    <a:pt x="2579" y="3264"/>
                    <a:pt x="2717" y="3347"/>
                  </a:cubicBezTo>
                  <a:cubicBezTo>
                    <a:pt x="2882" y="3429"/>
                    <a:pt x="3018" y="3538"/>
                    <a:pt x="3101" y="3677"/>
                  </a:cubicBezTo>
                  <a:cubicBezTo>
                    <a:pt x="3183" y="3841"/>
                    <a:pt x="3237" y="4032"/>
                    <a:pt x="3292" y="4306"/>
                  </a:cubicBezTo>
                  <a:cubicBezTo>
                    <a:pt x="3376" y="4884"/>
                    <a:pt x="3431" y="5158"/>
                    <a:pt x="3512" y="5707"/>
                  </a:cubicBezTo>
                  <a:cubicBezTo>
                    <a:pt x="3786" y="5733"/>
                    <a:pt x="3951" y="5762"/>
                    <a:pt x="4225" y="5788"/>
                  </a:cubicBezTo>
                  <a:cubicBezTo>
                    <a:pt x="4115" y="5239"/>
                    <a:pt x="4060" y="4965"/>
                    <a:pt x="3979" y="4416"/>
                  </a:cubicBezTo>
                  <a:cubicBezTo>
                    <a:pt x="3979" y="4361"/>
                    <a:pt x="3951" y="4335"/>
                    <a:pt x="3951" y="4306"/>
                  </a:cubicBezTo>
                  <a:lnTo>
                    <a:pt x="3951" y="4252"/>
                  </a:lnTo>
                  <a:cubicBezTo>
                    <a:pt x="3896" y="3951"/>
                    <a:pt x="3841" y="3758"/>
                    <a:pt x="3815" y="3622"/>
                  </a:cubicBezTo>
                  <a:cubicBezTo>
                    <a:pt x="3760" y="3483"/>
                    <a:pt x="3676" y="3374"/>
                    <a:pt x="3567" y="3292"/>
                  </a:cubicBezTo>
                  <a:cubicBezTo>
                    <a:pt x="3457" y="3183"/>
                    <a:pt x="3266" y="3099"/>
                    <a:pt x="3018" y="3018"/>
                  </a:cubicBezTo>
                  <a:cubicBezTo>
                    <a:pt x="3431" y="2990"/>
                    <a:pt x="3760" y="2908"/>
                    <a:pt x="3951" y="2744"/>
                  </a:cubicBezTo>
                  <a:cubicBezTo>
                    <a:pt x="4144" y="2551"/>
                    <a:pt x="4254" y="2305"/>
                    <a:pt x="4254" y="1976"/>
                  </a:cubicBezTo>
                  <a:cubicBezTo>
                    <a:pt x="4280" y="1592"/>
                    <a:pt x="4225" y="1289"/>
                    <a:pt x="4115" y="1069"/>
                  </a:cubicBezTo>
                  <a:cubicBezTo>
                    <a:pt x="4006" y="850"/>
                    <a:pt x="3815" y="659"/>
                    <a:pt x="3540" y="549"/>
                  </a:cubicBezTo>
                  <a:cubicBezTo>
                    <a:pt x="3237" y="439"/>
                    <a:pt x="2827" y="330"/>
                    <a:pt x="2305" y="275"/>
                  </a:cubicBezTo>
                  <a:lnTo>
                    <a:pt x="52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58"/>
            <p:cNvSpPr/>
            <p:nvPr/>
          </p:nvSpPr>
          <p:spPr>
            <a:xfrm>
              <a:off x="1769975" y="5340850"/>
              <a:ext cx="61750" cy="135150"/>
            </a:xfrm>
            <a:custGeom>
              <a:avLst/>
              <a:gdLst/>
              <a:ahLst/>
              <a:cxnLst/>
              <a:rect l="l" t="t" r="r" b="b"/>
              <a:pathLst>
                <a:path w="2470" h="5406" extrusionOk="0">
                  <a:moveTo>
                    <a:pt x="194" y="0"/>
                  </a:moveTo>
                  <a:cubicBezTo>
                    <a:pt x="194" y="193"/>
                    <a:pt x="194" y="303"/>
                    <a:pt x="165" y="523"/>
                  </a:cubicBezTo>
                  <a:cubicBezTo>
                    <a:pt x="495" y="549"/>
                    <a:pt x="659" y="578"/>
                    <a:pt x="988" y="578"/>
                  </a:cubicBezTo>
                  <a:cubicBezTo>
                    <a:pt x="934" y="2250"/>
                    <a:pt x="907" y="3101"/>
                    <a:pt x="852" y="4774"/>
                  </a:cubicBezTo>
                  <a:cubicBezTo>
                    <a:pt x="523" y="4774"/>
                    <a:pt x="359" y="4747"/>
                    <a:pt x="29" y="4719"/>
                  </a:cubicBezTo>
                  <a:cubicBezTo>
                    <a:pt x="29" y="4938"/>
                    <a:pt x="29" y="5048"/>
                    <a:pt x="1" y="5268"/>
                  </a:cubicBezTo>
                  <a:lnTo>
                    <a:pt x="2334" y="5406"/>
                  </a:lnTo>
                  <a:lnTo>
                    <a:pt x="2334" y="4857"/>
                  </a:lnTo>
                  <a:cubicBezTo>
                    <a:pt x="2031" y="4829"/>
                    <a:pt x="1866" y="4829"/>
                    <a:pt x="1537" y="4829"/>
                  </a:cubicBezTo>
                  <a:cubicBezTo>
                    <a:pt x="1592" y="3128"/>
                    <a:pt x="1621" y="2305"/>
                    <a:pt x="1647" y="632"/>
                  </a:cubicBezTo>
                  <a:cubicBezTo>
                    <a:pt x="1976" y="632"/>
                    <a:pt x="2141" y="632"/>
                    <a:pt x="2444" y="659"/>
                  </a:cubicBezTo>
                  <a:cubicBezTo>
                    <a:pt x="2470" y="439"/>
                    <a:pt x="2470" y="329"/>
                    <a:pt x="2470" y="110"/>
                  </a:cubicBezTo>
                  <a:cubicBezTo>
                    <a:pt x="1566" y="84"/>
                    <a:pt x="1098" y="55"/>
                    <a:pt x="1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58"/>
            <p:cNvSpPr/>
            <p:nvPr/>
          </p:nvSpPr>
          <p:spPr>
            <a:xfrm>
              <a:off x="1871500" y="5340850"/>
              <a:ext cx="124850" cy="135825"/>
            </a:xfrm>
            <a:custGeom>
              <a:avLst/>
              <a:gdLst/>
              <a:ahLst/>
              <a:cxnLst/>
              <a:rect l="l" t="t" r="r" b="b"/>
              <a:pathLst>
                <a:path w="4994" h="5433" extrusionOk="0">
                  <a:moveTo>
                    <a:pt x="4774" y="0"/>
                  </a:moveTo>
                  <a:cubicBezTo>
                    <a:pt x="4528" y="0"/>
                    <a:pt x="4418" y="29"/>
                    <a:pt x="4170" y="29"/>
                  </a:cubicBezTo>
                  <a:cubicBezTo>
                    <a:pt x="4253" y="1894"/>
                    <a:pt x="4280" y="2827"/>
                    <a:pt x="4335" y="4664"/>
                  </a:cubicBezTo>
                  <a:cubicBezTo>
                    <a:pt x="4308" y="4693"/>
                    <a:pt x="4280" y="4693"/>
                    <a:pt x="4225" y="4693"/>
                  </a:cubicBezTo>
                  <a:cubicBezTo>
                    <a:pt x="3101" y="3211"/>
                    <a:pt x="2030" y="1701"/>
                    <a:pt x="1016" y="139"/>
                  </a:cubicBezTo>
                  <a:cubicBezTo>
                    <a:pt x="824" y="152"/>
                    <a:pt x="673" y="158"/>
                    <a:pt x="522" y="158"/>
                  </a:cubicBezTo>
                  <a:cubicBezTo>
                    <a:pt x="372" y="158"/>
                    <a:pt x="221" y="152"/>
                    <a:pt x="29" y="139"/>
                  </a:cubicBezTo>
                  <a:cubicBezTo>
                    <a:pt x="0" y="2250"/>
                    <a:pt x="0" y="3321"/>
                    <a:pt x="0" y="5432"/>
                  </a:cubicBezTo>
                  <a:lnTo>
                    <a:pt x="632" y="5432"/>
                  </a:lnTo>
                  <a:cubicBezTo>
                    <a:pt x="604" y="3540"/>
                    <a:pt x="604" y="2608"/>
                    <a:pt x="577" y="714"/>
                  </a:cubicBezTo>
                  <a:lnTo>
                    <a:pt x="713" y="714"/>
                  </a:lnTo>
                  <a:cubicBezTo>
                    <a:pt x="1730" y="2305"/>
                    <a:pt x="2827" y="3841"/>
                    <a:pt x="3951" y="5322"/>
                  </a:cubicBezTo>
                  <a:cubicBezTo>
                    <a:pt x="4363" y="5322"/>
                    <a:pt x="4583" y="5296"/>
                    <a:pt x="4993" y="5268"/>
                  </a:cubicBezTo>
                  <a:cubicBezTo>
                    <a:pt x="4912" y="3156"/>
                    <a:pt x="4857" y="2114"/>
                    <a:pt x="47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58"/>
            <p:cNvSpPr/>
            <p:nvPr/>
          </p:nvSpPr>
          <p:spPr>
            <a:xfrm>
              <a:off x="2026500" y="5326800"/>
              <a:ext cx="127575" cy="139800"/>
            </a:xfrm>
            <a:custGeom>
              <a:avLst/>
              <a:gdLst/>
              <a:ahLst/>
              <a:cxnLst/>
              <a:rect l="l" t="t" r="r" b="b"/>
              <a:pathLst>
                <a:path w="5103" h="5592" extrusionOk="0">
                  <a:moveTo>
                    <a:pt x="2988" y="1"/>
                  </a:moveTo>
                  <a:cubicBezTo>
                    <a:pt x="2785" y="1"/>
                    <a:pt x="2566" y="15"/>
                    <a:pt x="2333" y="42"/>
                  </a:cubicBezTo>
                  <a:cubicBezTo>
                    <a:pt x="1510" y="152"/>
                    <a:pt x="907" y="453"/>
                    <a:pt x="522" y="946"/>
                  </a:cubicBezTo>
                  <a:cubicBezTo>
                    <a:pt x="165" y="1440"/>
                    <a:pt x="0" y="2182"/>
                    <a:pt x="55" y="3115"/>
                  </a:cubicBezTo>
                  <a:cubicBezTo>
                    <a:pt x="84" y="4048"/>
                    <a:pt x="329" y="4732"/>
                    <a:pt x="797" y="5116"/>
                  </a:cubicBezTo>
                  <a:cubicBezTo>
                    <a:pt x="1139" y="5438"/>
                    <a:pt x="1615" y="5592"/>
                    <a:pt x="2237" y="5592"/>
                  </a:cubicBezTo>
                  <a:cubicBezTo>
                    <a:pt x="2412" y="5592"/>
                    <a:pt x="2599" y="5579"/>
                    <a:pt x="2798" y="5555"/>
                  </a:cubicBezTo>
                  <a:cubicBezTo>
                    <a:pt x="3211" y="5474"/>
                    <a:pt x="3567" y="5364"/>
                    <a:pt x="3841" y="5171"/>
                  </a:cubicBezTo>
                  <a:cubicBezTo>
                    <a:pt x="4115" y="5007"/>
                    <a:pt x="4335" y="4732"/>
                    <a:pt x="4473" y="4432"/>
                  </a:cubicBezTo>
                  <a:cubicBezTo>
                    <a:pt x="4528" y="4706"/>
                    <a:pt x="4554" y="4871"/>
                    <a:pt x="4609" y="5145"/>
                  </a:cubicBezTo>
                  <a:cubicBezTo>
                    <a:pt x="4802" y="5116"/>
                    <a:pt x="4912" y="5116"/>
                    <a:pt x="5103" y="5061"/>
                  </a:cubicBezTo>
                  <a:cubicBezTo>
                    <a:pt x="4993" y="4019"/>
                    <a:pt x="4938" y="3525"/>
                    <a:pt x="4829" y="2483"/>
                  </a:cubicBezTo>
                  <a:cubicBezTo>
                    <a:pt x="3896" y="2647"/>
                    <a:pt x="3402" y="2731"/>
                    <a:pt x="2443" y="2867"/>
                  </a:cubicBezTo>
                  <a:cubicBezTo>
                    <a:pt x="2469" y="3086"/>
                    <a:pt x="2469" y="3196"/>
                    <a:pt x="2498" y="3444"/>
                  </a:cubicBezTo>
                  <a:cubicBezTo>
                    <a:pt x="3182" y="3334"/>
                    <a:pt x="3540" y="3279"/>
                    <a:pt x="4225" y="3170"/>
                  </a:cubicBezTo>
                  <a:cubicBezTo>
                    <a:pt x="4225" y="3279"/>
                    <a:pt x="4225" y="3361"/>
                    <a:pt x="4254" y="3470"/>
                  </a:cubicBezTo>
                  <a:cubicBezTo>
                    <a:pt x="4280" y="3883"/>
                    <a:pt x="4170" y="4212"/>
                    <a:pt x="3924" y="4486"/>
                  </a:cubicBezTo>
                  <a:cubicBezTo>
                    <a:pt x="3650" y="4761"/>
                    <a:pt x="3266" y="4925"/>
                    <a:pt x="2744" y="5007"/>
                  </a:cubicBezTo>
                  <a:cubicBezTo>
                    <a:pt x="2595" y="5024"/>
                    <a:pt x="2455" y="5033"/>
                    <a:pt x="2324" y="5033"/>
                  </a:cubicBezTo>
                  <a:cubicBezTo>
                    <a:pt x="2045" y="5033"/>
                    <a:pt x="1807" y="4991"/>
                    <a:pt x="1620" y="4897"/>
                  </a:cubicBezTo>
                  <a:cubicBezTo>
                    <a:pt x="1317" y="4761"/>
                    <a:pt x="1126" y="4541"/>
                    <a:pt x="988" y="4238"/>
                  </a:cubicBezTo>
                  <a:cubicBezTo>
                    <a:pt x="852" y="3938"/>
                    <a:pt x="768" y="3525"/>
                    <a:pt x="742" y="3031"/>
                  </a:cubicBezTo>
                  <a:cubicBezTo>
                    <a:pt x="687" y="2263"/>
                    <a:pt x="823" y="1688"/>
                    <a:pt x="1071" y="1304"/>
                  </a:cubicBezTo>
                  <a:cubicBezTo>
                    <a:pt x="1346" y="891"/>
                    <a:pt x="1784" y="672"/>
                    <a:pt x="2414" y="591"/>
                  </a:cubicBezTo>
                  <a:cubicBezTo>
                    <a:pt x="2582" y="561"/>
                    <a:pt x="2739" y="545"/>
                    <a:pt x="2884" y="545"/>
                  </a:cubicBezTo>
                  <a:cubicBezTo>
                    <a:pt x="3143" y="545"/>
                    <a:pt x="3364" y="595"/>
                    <a:pt x="3540" y="701"/>
                  </a:cubicBezTo>
                  <a:cubicBezTo>
                    <a:pt x="3841" y="837"/>
                    <a:pt x="3979" y="1056"/>
                    <a:pt x="4006" y="1414"/>
                  </a:cubicBezTo>
                  <a:cubicBezTo>
                    <a:pt x="4280" y="1359"/>
                    <a:pt x="4418" y="1330"/>
                    <a:pt x="4664" y="1304"/>
                  </a:cubicBezTo>
                  <a:cubicBezTo>
                    <a:pt x="4638" y="946"/>
                    <a:pt x="4528" y="672"/>
                    <a:pt x="4335" y="453"/>
                  </a:cubicBezTo>
                  <a:cubicBezTo>
                    <a:pt x="4144" y="262"/>
                    <a:pt x="3869" y="123"/>
                    <a:pt x="3540" y="42"/>
                  </a:cubicBezTo>
                  <a:cubicBezTo>
                    <a:pt x="3376" y="15"/>
                    <a:pt x="3190" y="1"/>
                    <a:pt x="29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58"/>
            <p:cNvSpPr/>
            <p:nvPr/>
          </p:nvSpPr>
          <p:spPr>
            <a:xfrm>
              <a:off x="2178100" y="5292825"/>
              <a:ext cx="110400" cy="152300"/>
            </a:xfrm>
            <a:custGeom>
              <a:avLst/>
              <a:gdLst/>
              <a:ahLst/>
              <a:cxnLst/>
              <a:rect l="l" t="t" r="r" b="b"/>
              <a:pathLst>
                <a:path w="4416" h="6092" extrusionOk="0">
                  <a:moveTo>
                    <a:pt x="3593" y="1"/>
                  </a:moveTo>
                  <a:cubicBezTo>
                    <a:pt x="2166" y="414"/>
                    <a:pt x="1427" y="578"/>
                    <a:pt x="0" y="879"/>
                  </a:cubicBezTo>
                  <a:cubicBezTo>
                    <a:pt x="246" y="2964"/>
                    <a:pt x="356" y="4006"/>
                    <a:pt x="604" y="6091"/>
                  </a:cubicBezTo>
                  <a:cubicBezTo>
                    <a:pt x="2140" y="5762"/>
                    <a:pt x="2908" y="5597"/>
                    <a:pt x="4416" y="5187"/>
                  </a:cubicBezTo>
                  <a:cubicBezTo>
                    <a:pt x="4390" y="4968"/>
                    <a:pt x="4361" y="4858"/>
                    <a:pt x="4335" y="4638"/>
                  </a:cubicBezTo>
                  <a:cubicBezTo>
                    <a:pt x="3099" y="4968"/>
                    <a:pt x="2469" y="5132"/>
                    <a:pt x="1234" y="5407"/>
                  </a:cubicBezTo>
                  <a:cubicBezTo>
                    <a:pt x="1124" y="4638"/>
                    <a:pt x="1098" y="4254"/>
                    <a:pt x="988" y="3486"/>
                  </a:cubicBezTo>
                  <a:cubicBezTo>
                    <a:pt x="2030" y="3267"/>
                    <a:pt x="2550" y="3157"/>
                    <a:pt x="3567" y="2883"/>
                  </a:cubicBezTo>
                  <a:cubicBezTo>
                    <a:pt x="3538" y="2663"/>
                    <a:pt x="3512" y="2553"/>
                    <a:pt x="3483" y="2334"/>
                  </a:cubicBezTo>
                  <a:cubicBezTo>
                    <a:pt x="2469" y="2608"/>
                    <a:pt x="1947" y="2718"/>
                    <a:pt x="933" y="2964"/>
                  </a:cubicBezTo>
                  <a:cubicBezTo>
                    <a:pt x="850" y="2279"/>
                    <a:pt x="795" y="1950"/>
                    <a:pt x="713" y="1291"/>
                  </a:cubicBezTo>
                  <a:cubicBezTo>
                    <a:pt x="1892" y="1017"/>
                    <a:pt x="2496" y="879"/>
                    <a:pt x="3676" y="550"/>
                  </a:cubicBezTo>
                  <a:cubicBezTo>
                    <a:pt x="3648" y="330"/>
                    <a:pt x="3621" y="220"/>
                    <a:pt x="35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4" name="Google Shape;1314;p58"/>
          <p:cNvSpPr/>
          <p:nvPr/>
        </p:nvSpPr>
        <p:spPr>
          <a:xfrm>
            <a:off x="5283213" y="2502150"/>
            <a:ext cx="2482500" cy="139200"/>
          </a:xfrm>
          <a:prstGeom prst="roundRect">
            <a:avLst>
              <a:gd name="adj" fmla="val 50000"/>
            </a:avLst>
          </a:prstGeom>
          <a:gradFill>
            <a:gsLst>
              <a:gs pos="0">
                <a:schemeClr val="lt1"/>
              </a:gs>
              <a:gs pos="60000">
                <a:schemeClr val="accent1"/>
              </a:gs>
              <a:gs pos="100000">
                <a:schemeClr val="accen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58"/>
          <p:cNvSpPr/>
          <p:nvPr/>
        </p:nvSpPr>
        <p:spPr>
          <a:xfrm>
            <a:off x="6014438" y="3541150"/>
            <a:ext cx="385800" cy="385800"/>
          </a:xfrm>
          <a:prstGeom prst="ellipse">
            <a:avLst/>
          </a:prstGeom>
          <a:gradFill>
            <a:gsLst>
              <a:gs pos="0">
                <a:schemeClr val="accent2"/>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58"/>
          <p:cNvSpPr/>
          <p:nvPr/>
        </p:nvSpPr>
        <p:spPr>
          <a:xfrm>
            <a:off x="6077688" y="1554600"/>
            <a:ext cx="385800" cy="385800"/>
          </a:xfrm>
          <a:prstGeom prst="ellipse">
            <a:avLst/>
          </a:prstGeom>
          <a:gradFill>
            <a:gsLst>
              <a:gs pos="0">
                <a:schemeClr val="lt2"/>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58"/>
          <p:cNvSpPr txBox="1">
            <a:spLocks noGrp="1"/>
          </p:cNvSpPr>
          <p:nvPr>
            <p:ph type="body" idx="1"/>
          </p:nvPr>
        </p:nvSpPr>
        <p:spPr>
          <a:xfrm>
            <a:off x="1077300" y="1367758"/>
            <a:ext cx="4117800" cy="2773936"/>
          </a:xfrm>
          <a:prstGeom prst="rect">
            <a:avLst/>
          </a:prstGeom>
        </p:spPr>
        <p:txBody>
          <a:bodyPr spcFirstLastPara="1" wrap="square" lIns="91425" tIns="91425" rIns="91425" bIns="91425" anchor="t" anchorCtr="0">
            <a:noAutofit/>
          </a:bodyPr>
          <a:lstStyle/>
          <a:p>
            <a:pPr marL="165100" lvl="0" indent="0" fontAlgn="base">
              <a:buNone/>
            </a:pPr>
            <a:r>
              <a:rPr lang="en-US" sz="1600" dirty="0"/>
              <a:t>1. To test the general knowledge of the users.</a:t>
            </a:r>
          </a:p>
          <a:p>
            <a:pPr marL="165100" lvl="0" indent="0" fontAlgn="base">
              <a:buNone/>
            </a:pPr>
            <a:r>
              <a:rPr lang="en-US" sz="1600" dirty="0"/>
              <a:t>2. To provide entertainment and reward for the correct answer.</a:t>
            </a:r>
          </a:p>
          <a:p>
            <a:pPr marL="165100" lvl="0" indent="0" fontAlgn="base">
              <a:buNone/>
            </a:pPr>
            <a:r>
              <a:rPr lang="en-US" sz="1600" dirty="0"/>
              <a:t>3. To boost the thinking ability of the users.</a:t>
            </a:r>
          </a:p>
          <a:p>
            <a:pPr marL="165100" lvl="0" indent="0" fontAlgn="base">
              <a:buNone/>
            </a:pPr>
            <a:r>
              <a:rPr lang="en-US" sz="1600" dirty="0"/>
              <a:t>4. To utilize the free time of the users.</a:t>
            </a:r>
          </a:p>
          <a:p>
            <a:pPr marL="165100" lvl="0" indent="0" fontAlgn="base">
              <a:buNone/>
            </a:pPr>
            <a:r>
              <a:rPr lang="en-US" sz="1600" dirty="0"/>
              <a:t>5. To minimize the use of text book.</a:t>
            </a:r>
          </a:p>
          <a:p>
            <a:pPr marL="165100" lvl="0" indent="0" fontAlgn="base">
              <a:buNone/>
            </a:pPr>
            <a:r>
              <a:rPr lang="en-US" sz="1600" dirty="0"/>
              <a:t>6. To provide a user-friendly environment where user can be serviced better. </a:t>
            </a:r>
          </a:p>
          <a:p>
            <a:pPr marL="0" lvl="0" indent="0" algn="l" rtl="0">
              <a:spcBef>
                <a:spcPts val="0"/>
              </a:spcBef>
              <a:spcAft>
                <a:spcPts val="0"/>
              </a:spcAft>
              <a:buNone/>
            </a:pPr>
            <a:endParaRPr dirty="0"/>
          </a:p>
        </p:txBody>
      </p:sp>
      <p:sp>
        <p:nvSpPr>
          <p:cNvPr id="25" name="Title 22">
            <a:extLst>
              <a:ext uri="{FF2B5EF4-FFF2-40B4-BE49-F238E27FC236}">
                <a16:creationId xmlns:a16="http://schemas.microsoft.com/office/drawing/2014/main" id="{07C70BF8-830D-4754-BADF-7EA5539D1DB8}"/>
              </a:ext>
            </a:extLst>
          </p:cNvPr>
          <p:cNvSpPr txBox="1">
            <a:spLocks noGrp="1"/>
          </p:cNvSpPr>
          <p:nvPr>
            <p:ph type="title"/>
          </p:nvPr>
        </p:nvSpPr>
        <p:spPr>
          <a:xfrm>
            <a:off x="712788" y="539750"/>
            <a:ext cx="7718425" cy="738633"/>
          </a:xfrm>
          <a:prstGeom prst="rect">
            <a:avLst/>
          </a:prstGeom>
          <a:noFill/>
        </p:spPr>
        <p:txBody>
          <a:bodyPr wrap="square">
            <a:spAutoFit/>
          </a:bodyPr>
          <a:lstStyle/>
          <a:p>
            <a:r>
              <a:rPr lang="en-US" sz="3600" dirty="0"/>
              <a:t>Scope of project</a:t>
            </a:r>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grpSp>
        <p:nvGrpSpPr>
          <p:cNvPr id="699" name="Google Shape;699;p40"/>
          <p:cNvGrpSpPr/>
          <p:nvPr/>
        </p:nvGrpSpPr>
        <p:grpSpPr>
          <a:xfrm>
            <a:off x="4428028" y="1106979"/>
            <a:ext cx="1158747" cy="1116044"/>
            <a:chOff x="874625" y="940638"/>
            <a:chExt cx="778100" cy="749375"/>
          </a:xfrm>
        </p:grpSpPr>
        <p:grpSp>
          <p:nvGrpSpPr>
            <p:cNvPr id="700" name="Google Shape;700;p40"/>
            <p:cNvGrpSpPr/>
            <p:nvPr/>
          </p:nvGrpSpPr>
          <p:grpSpPr>
            <a:xfrm>
              <a:off x="874625" y="940638"/>
              <a:ext cx="778100" cy="749375"/>
              <a:chOff x="892125" y="937500"/>
              <a:chExt cx="778100" cy="749375"/>
            </a:xfrm>
          </p:grpSpPr>
          <p:sp>
            <p:nvSpPr>
              <p:cNvPr id="701" name="Google Shape;701;p40"/>
              <p:cNvSpPr/>
              <p:nvPr/>
            </p:nvSpPr>
            <p:spPr>
              <a:xfrm>
                <a:off x="892125" y="937500"/>
                <a:ext cx="657900" cy="6579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40"/>
              <p:cNvSpPr/>
              <p:nvPr/>
            </p:nvSpPr>
            <p:spPr>
              <a:xfrm>
                <a:off x="1012325" y="1028975"/>
                <a:ext cx="657900" cy="6579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3" name="Google Shape;703;p40"/>
            <p:cNvSpPr/>
            <p:nvPr/>
          </p:nvSpPr>
          <p:spPr>
            <a:xfrm>
              <a:off x="933975" y="985638"/>
              <a:ext cx="659400" cy="6594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4" name="Google Shape;704;p40"/>
          <p:cNvSpPr txBox="1">
            <a:spLocks noGrp="1"/>
          </p:cNvSpPr>
          <p:nvPr>
            <p:ph type="title"/>
          </p:nvPr>
        </p:nvSpPr>
        <p:spPr>
          <a:xfrm>
            <a:off x="4571400" y="2209513"/>
            <a:ext cx="3558000" cy="8418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US" dirty="0"/>
              <a:t>Features</a:t>
            </a:r>
            <a:endParaRPr dirty="0"/>
          </a:p>
        </p:txBody>
      </p:sp>
      <p:sp>
        <p:nvSpPr>
          <p:cNvPr id="705" name="Google Shape;705;p40"/>
          <p:cNvSpPr txBox="1">
            <a:spLocks noGrp="1"/>
          </p:cNvSpPr>
          <p:nvPr>
            <p:ph type="title" idx="2"/>
          </p:nvPr>
        </p:nvSpPr>
        <p:spPr>
          <a:xfrm>
            <a:off x="4571400" y="1244100"/>
            <a:ext cx="9738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706" name="Google Shape;706;p40"/>
          <p:cNvSpPr txBox="1">
            <a:spLocks noGrp="1"/>
          </p:cNvSpPr>
          <p:nvPr>
            <p:ph type="subTitle" idx="1"/>
          </p:nvPr>
        </p:nvSpPr>
        <p:spPr>
          <a:xfrm>
            <a:off x="4571400" y="3051313"/>
            <a:ext cx="3558000" cy="695700"/>
          </a:xfrm>
          <a:prstGeom prst="rect">
            <a:avLst/>
          </a:prstGeom>
        </p:spPr>
        <p:txBody>
          <a:bodyPr spcFirstLastPara="1" wrap="square" lIns="91425" tIns="0" rIns="91425" bIns="91425" anchor="t" anchorCtr="0">
            <a:noAutofit/>
          </a:bodyPr>
          <a:lstStyle/>
          <a:p>
            <a:pPr marL="0" lvl="0" indent="0" algn="l" rtl="0">
              <a:spcBef>
                <a:spcPts val="0"/>
              </a:spcBef>
              <a:spcAft>
                <a:spcPts val="1600"/>
              </a:spcAft>
              <a:buNone/>
            </a:pPr>
            <a:r>
              <a:rPr lang="en" dirty="0"/>
              <a:t>You can enter a subtitle here if you need it</a:t>
            </a:r>
            <a:endParaRPr dirty="0"/>
          </a:p>
        </p:txBody>
      </p:sp>
      <p:sp>
        <p:nvSpPr>
          <p:cNvPr id="707" name="Google Shape;707;p40"/>
          <p:cNvSpPr/>
          <p:nvPr/>
        </p:nvSpPr>
        <p:spPr>
          <a:xfrm>
            <a:off x="6598650" y="864475"/>
            <a:ext cx="1638600" cy="139200"/>
          </a:xfrm>
          <a:prstGeom prst="roundRect">
            <a:avLst>
              <a:gd name="adj" fmla="val 50000"/>
            </a:avLst>
          </a:prstGeom>
          <a:gradFill>
            <a:gsLst>
              <a:gs pos="0">
                <a:schemeClr val="lt1"/>
              </a:gs>
              <a:gs pos="60000">
                <a:schemeClr val="accent3"/>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40"/>
          <p:cNvSpPr/>
          <p:nvPr/>
        </p:nvSpPr>
        <p:spPr>
          <a:xfrm>
            <a:off x="1382225" y="4331784"/>
            <a:ext cx="2352000" cy="139200"/>
          </a:xfrm>
          <a:prstGeom prst="roundRect">
            <a:avLst>
              <a:gd name="adj" fmla="val 50000"/>
            </a:avLst>
          </a:prstGeom>
          <a:gradFill>
            <a:gsLst>
              <a:gs pos="0">
                <a:schemeClr val="lt1"/>
              </a:gs>
              <a:gs pos="60000">
                <a:schemeClr val="accent1"/>
              </a:gs>
              <a:gs pos="100000">
                <a:schemeClr val="accen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40"/>
          <p:cNvSpPr/>
          <p:nvPr/>
        </p:nvSpPr>
        <p:spPr>
          <a:xfrm>
            <a:off x="7638325" y="1561150"/>
            <a:ext cx="385800" cy="385800"/>
          </a:xfrm>
          <a:prstGeom prst="ellipse">
            <a:avLst/>
          </a:prstGeom>
          <a:gradFill>
            <a:gsLst>
              <a:gs pos="0">
                <a:schemeClr val="lt2"/>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40"/>
          <p:cNvSpPr/>
          <p:nvPr/>
        </p:nvSpPr>
        <p:spPr>
          <a:xfrm>
            <a:off x="7299375" y="3747025"/>
            <a:ext cx="385800" cy="385800"/>
          </a:xfrm>
          <a:prstGeom prst="ellipse">
            <a:avLst/>
          </a:prstGeom>
          <a:gradFill>
            <a:gsLst>
              <a:gs pos="0">
                <a:schemeClr val="accent2"/>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40"/>
          <p:cNvSpPr/>
          <p:nvPr/>
        </p:nvSpPr>
        <p:spPr>
          <a:xfrm>
            <a:off x="1774475" y="469800"/>
            <a:ext cx="2612700" cy="139200"/>
          </a:xfrm>
          <a:prstGeom prst="roundRect">
            <a:avLst>
              <a:gd name="adj" fmla="val 50000"/>
            </a:avLst>
          </a:prstGeom>
          <a:gradFill>
            <a:gsLst>
              <a:gs pos="0">
                <a:schemeClr val="lt1"/>
              </a:gs>
              <a:gs pos="60000">
                <a:schemeClr val="accent1"/>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2" name="Google Shape;712;p40"/>
          <p:cNvGrpSpPr/>
          <p:nvPr/>
        </p:nvGrpSpPr>
        <p:grpSpPr>
          <a:xfrm rot="-444033">
            <a:off x="1493974" y="2416546"/>
            <a:ext cx="1947705" cy="337605"/>
            <a:chOff x="3213725" y="2094750"/>
            <a:chExt cx="1096000" cy="189975"/>
          </a:xfrm>
        </p:grpSpPr>
        <p:sp>
          <p:nvSpPr>
            <p:cNvPr id="713" name="Google Shape;713;p40"/>
            <p:cNvSpPr/>
            <p:nvPr/>
          </p:nvSpPr>
          <p:spPr>
            <a:xfrm>
              <a:off x="3213725" y="2145450"/>
              <a:ext cx="118650" cy="131250"/>
            </a:xfrm>
            <a:custGeom>
              <a:avLst/>
              <a:gdLst/>
              <a:ahLst/>
              <a:cxnLst/>
              <a:rect l="l" t="t" r="r" b="b"/>
              <a:pathLst>
                <a:path w="4746" h="5250" extrusionOk="0">
                  <a:moveTo>
                    <a:pt x="2726" y="0"/>
                  </a:moveTo>
                  <a:cubicBezTo>
                    <a:pt x="2497" y="0"/>
                    <a:pt x="2242" y="31"/>
                    <a:pt x="1976" y="83"/>
                  </a:cubicBezTo>
                  <a:cubicBezTo>
                    <a:pt x="1153" y="277"/>
                    <a:pt x="604" y="632"/>
                    <a:pt x="301" y="1154"/>
                  </a:cubicBezTo>
                  <a:cubicBezTo>
                    <a:pt x="27" y="1648"/>
                    <a:pt x="0" y="2333"/>
                    <a:pt x="220" y="3211"/>
                  </a:cubicBezTo>
                  <a:cubicBezTo>
                    <a:pt x="439" y="4062"/>
                    <a:pt x="769" y="4637"/>
                    <a:pt x="1234" y="4940"/>
                  </a:cubicBezTo>
                  <a:cubicBezTo>
                    <a:pt x="1534" y="5151"/>
                    <a:pt x="1889" y="5250"/>
                    <a:pt x="2301" y="5250"/>
                  </a:cubicBezTo>
                  <a:cubicBezTo>
                    <a:pt x="2531" y="5250"/>
                    <a:pt x="2779" y="5219"/>
                    <a:pt x="3045" y="5160"/>
                  </a:cubicBezTo>
                  <a:cubicBezTo>
                    <a:pt x="3457" y="5076"/>
                    <a:pt x="3786" y="4940"/>
                    <a:pt x="4061" y="4747"/>
                  </a:cubicBezTo>
                  <a:cubicBezTo>
                    <a:pt x="4335" y="4583"/>
                    <a:pt x="4526" y="4363"/>
                    <a:pt x="4609" y="4117"/>
                  </a:cubicBezTo>
                  <a:cubicBezTo>
                    <a:pt x="4719" y="3869"/>
                    <a:pt x="4745" y="3569"/>
                    <a:pt x="4664" y="3266"/>
                  </a:cubicBezTo>
                  <a:lnTo>
                    <a:pt x="4664" y="3266"/>
                  </a:lnTo>
                  <a:cubicBezTo>
                    <a:pt x="4445" y="3321"/>
                    <a:pt x="4335" y="3349"/>
                    <a:pt x="4087" y="3375"/>
                  </a:cubicBezTo>
                  <a:cubicBezTo>
                    <a:pt x="4142" y="3705"/>
                    <a:pt x="4087" y="3953"/>
                    <a:pt x="3868" y="4198"/>
                  </a:cubicBezTo>
                  <a:cubicBezTo>
                    <a:pt x="3677" y="4418"/>
                    <a:pt x="3347" y="4556"/>
                    <a:pt x="2908" y="4666"/>
                  </a:cubicBezTo>
                  <a:cubicBezTo>
                    <a:pt x="2716" y="4707"/>
                    <a:pt x="2538" y="4727"/>
                    <a:pt x="2377" y="4727"/>
                  </a:cubicBezTo>
                  <a:cubicBezTo>
                    <a:pt x="2216" y="4727"/>
                    <a:pt x="2071" y="4707"/>
                    <a:pt x="1947" y="4666"/>
                  </a:cubicBezTo>
                  <a:cubicBezTo>
                    <a:pt x="1673" y="4611"/>
                    <a:pt x="1453" y="4418"/>
                    <a:pt x="1289" y="4172"/>
                  </a:cubicBezTo>
                  <a:cubicBezTo>
                    <a:pt x="1124" y="3898"/>
                    <a:pt x="960" y="3514"/>
                    <a:pt x="850" y="3020"/>
                  </a:cubicBezTo>
                  <a:cubicBezTo>
                    <a:pt x="714" y="2552"/>
                    <a:pt x="685" y="2142"/>
                    <a:pt x="714" y="1813"/>
                  </a:cubicBezTo>
                  <a:cubicBezTo>
                    <a:pt x="769" y="1484"/>
                    <a:pt x="905" y="1236"/>
                    <a:pt x="1124" y="1045"/>
                  </a:cubicBezTo>
                  <a:cubicBezTo>
                    <a:pt x="1344" y="825"/>
                    <a:pt x="1647" y="687"/>
                    <a:pt x="2085" y="577"/>
                  </a:cubicBezTo>
                  <a:cubicBezTo>
                    <a:pt x="2277" y="542"/>
                    <a:pt x="2452" y="522"/>
                    <a:pt x="2610" y="522"/>
                  </a:cubicBezTo>
                  <a:cubicBezTo>
                    <a:pt x="2814" y="522"/>
                    <a:pt x="2988" y="555"/>
                    <a:pt x="3128" y="632"/>
                  </a:cubicBezTo>
                  <a:cubicBezTo>
                    <a:pt x="3402" y="742"/>
                    <a:pt x="3567" y="961"/>
                    <a:pt x="3648" y="1264"/>
                  </a:cubicBezTo>
                  <a:cubicBezTo>
                    <a:pt x="3868" y="1209"/>
                    <a:pt x="4006" y="1181"/>
                    <a:pt x="4252" y="1126"/>
                  </a:cubicBezTo>
                  <a:cubicBezTo>
                    <a:pt x="4170" y="825"/>
                    <a:pt x="4061" y="577"/>
                    <a:pt x="3868" y="386"/>
                  </a:cubicBezTo>
                  <a:cubicBezTo>
                    <a:pt x="3677" y="193"/>
                    <a:pt x="3402" y="83"/>
                    <a:pt x="3073" y="29"/>
                  </a:cubicBezTo>
                  <a:cubicBezTo>
                    <a:pt x="2967" y="9"/>
                    <a:pt x="2850" y="0"/>
                    <a:pt x="27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40"/>
            <p:cNvSpPr/>
            <p:nvPr/>
          </p:nvSpPr>
          <p:spPr>
            <a:xfrm>
              <a:off x="3342675" y="2116675"/>
              <a:ext cx="121375" cy="138575"/>
            </a:xfrm>
            <a:custGeom>
              <a:avLst/>
              <a:gdLst/>
              <a:ahLst/>
              <a:cxnLst/>
              <a:rect l="l" t="t" r="r" b="b"/>
              <a:pathLst>
                <a:path w="4855" h="5543" extrusionOk="0">
                  <a:moveTo>
                    <a:pt x="4170" y="1"/>
                  </a:moveTo>
                  <a:cubicBezTo>
                    <a:pt x="3922" y="27"/>
                    <a:pt x="3786" y="56"/>
                    <a:pt x="3538" y="82"/>
                  </a:cubicBezTo>
                  <a:cubicBezTo>
                    <a:pt x="3648" y="905"/>
                    <a:pt x="3731" y="1344"/>
                    <a:pt x="3841" y="2167"/>
                  </a:cubicBezTo>
                  <a:cubicBezTo>
                    <a:pt x="2715" y="2332"/>
                    <a:pt x="2140" y="2415"/>
                    <a:pt x="1014" y="2635"/>
                  </a:cubicBezTo>
                  <a:cubicBezTo>
                    <a:pt x="849" y="1812"/>
                    <a:pt x="768" y="1399"/>
                    <a:pt x="630" y="576"/>
                  </a:cubicBezTo>
                  <a:cubicBezTo>
                    <a:pt x="384" y="604"/>
                    <a:pt x="246" y="631"/>
                    <a:pt x="0" y="686"/>
                  </a:cubicBezTo>
                  <a:cubicBezTo>
                    <a:pt x="356" y="2635"/>
                    <a:pt x="549" y="3594"/>
                    <a:pt x="904" y="5543"/>
                  </a:cubicBezTo>
                  <a:cubicBezTo>
                    <a:pt x="1152" y="5488"/>
                    <a:pt x="1262" y="5459"/>
                    <a:pt x="1508" y="5433"/>
                  </a:cubicBezTo>
                  <a:cubicBezTo>
                    <a:pt x="1343" y="4526"/>
                    <a:pt x="1262" y="4061"/>
                    <a:pt x="1097" y="3155"/>
                  </a:cubicBezTo>
                  <a:cubicBezTo>
                    <a:pt x="2221" y="2935"/>
                    <a:pt x="2798" y="2854"/>
                    <a:pt x="3922" y="2689"/>
                  </a:cubicBezTo>
                  <a:cubicBezTo>
                    <a:pt x="4060" y="3594"/>
                    <a:pt x="4115" y="4061"/>
                    <a:pt x="4251" y="4965"/>
                  </a:cubicBezTo>
                  <a:cubicBezTo>
                    <a:pt x="4499" y="4939"/>
                    <a:pt x="4609" y="4911"/>
                    <a:pt x="4855" y="4884"/>
                  </a:cubicBezTo>
                  <a:cubicBezTo>
                    <a:pt x="4580" y="2935"/>
                    <a:pt x="4444" y="1948"/>
                    <a:pt x="41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40"/>
            <p:cNvSpPr/>
            <p:nvPr/>
          </p:nvSpPr>
          <p:spPr>
            <a:xfrm>
              <a:off x="3485975" y="2105725"/>
              <a:ext cx="111850" cy="130325"/>
            </a:xfrm>
            <a:custGeom>
              <a:avLst/>
              <a:gdLst/>
              <a:ahLst/>
              <a:cxnLst/>
              <a:rect l="l" t="t" r="r" b="b"/>
              <a:pathLst>
                <a:path w="4474" h="5213" extrusionOk="0">
                  <a:moveTo>
                    <a:pt x="1785" y="549"/>
                  </a:moveTo>
                  <a:cubicBezTo>
                    <a:pt x="2305" y="1563"/>
                    <a:pt x="2553" y="2085"/>
                    <a:pt x="3073" y="3127"/>
                  </a:cubicBezTo>
                  <a:cubicBezTo>
                    <a:pt x="2250" y="3209"/>
                    <a:pt x="1866" y="3264"/>
                    <a:pt x="1043" y="3347"/>
                  </a:cubicBezTo>
                  <a:cubicBezTo>
                    <a:pt x="1318" y="2221"/>
                    <a:pt x="1456" y="1672"/>
                    <a:pt x="1785" y="549"/>
                  </a:cubicBezTo>
                  <a:close/>
                  <a:moveTo>
                    <a:pt x="2086" y="0"/>
                  </a:moveTo>
                  <a:cubicBezTo>
                    <a:pt x="1785" y="26"/>
                    <a:pt x="1647" y="55"/>
                    <a:pt x="1346" y="81"/>
                  </a:cubicBezTo>
                  <a:cubicBezTo>
                    <a:pt x="852" y="1782"/>
                    <a:pt x="413" y="3483"/>
                    <a:pt x="1" y="5212"/>
                  </a:cubicBezTo>
                  <a:cubicBezTo>
                    <a:pt x="249" y="5184"/>
                    <a:pt x="358" y="5158"/>
                    <a:pt x="604" y="5129"/>
                  </a:cubicBezTo>
                  <a:cubicBezTo>
                    <a:pt x="743" y="4609"/>
                    <a:pt x="797" y="4361"/>
                    <a:pt x="933" y="3841"/>
                  </a:cubicBezTo>
                  <a:cubicBezTo>
                    <a:pt x="1866" y="3731"/>
                    <a:pt x="2334" y="3676"/>
                    <a:pt x="3293" y="3593"/>
                  </a:cubicBezTo>
                  <a:cubicBezTo>
                    <a:pt x="3512" y="4087"/>
                    <a:pt x="3622" y="4335"/>
                    <a:pt x="3870" y="4800"/>
                  </a:cubicBezTo>
                  <a:cubicBezTo>
                    <a:pt x="4116" y="4774"/>
                    <a:pt x="4226" y="4774"/>
                    <a:pt x="4474" y="4745"/>
                  </a:cubicBezTo>
                  <a:cubicBezTo>
                    <a:pt x="3705" y="3154"/>
                    <a:pt x="2909" y="1563"/>
                    <a:pt x="20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40"/>
            <p:cNvSpPr/>
            <p:nvPr/>
          </p:nvSpPr>
          <p:spPr>
            <a:xfrm>
              <a:off x="3611525" y="2098850"/>
              <a:ext cx="81600" cy="124150"/>
            </a:xfrm>
            <a:custGeom>
              <a:avLst/>
              <a:gdLst/>
              <a:ahLst/>
              <a:cxnLst/>
              <a:rect l="l" t="t" r="r" b="b"/>
              <a:pathLst>
                <a:path w="3264" h="4966" extrusionOk="0">
                  <a:moveTo>
                    <a:pt x="659" y="1"/>
                  </a:moveTo>
                  <a:cubicBezTo>
                    <a:pt x="384" y="1"/>
                    <a:pt x="275" y="27"/>
                    <a:pt x="0" y="27"/>
                  </a:cubicBezTo>
                  <a:cubicBezTo>
                    <a:pt x="136" y="2002"/>
                    <a:pt x="191" y="2990"/>
                    <a:pt x="329" y="4965"/>
                  </a:cubicBezTo>
                  <a:cubicBezTo>
                    <a:pt x="1508" y="4884"/>
                    <a:pt x="2085" y="4855"/>
                    <a:pt x="3264" y="4829"/>
                  </a:cubicBezTo>
                  <a:lnTo>
                    <a:pt x="3264" y="4307"/>
                  </a:lnTo>
                  <a:cubicBezTo>
                    <a:pt x="2305" y="4335"/>
                    <a:pt x="1837" y="4362"/>
                    <a:pt x="904" y="4416"/>
                  </a:cubicBezTo>
                  <a:cubicBezTo>
                    <a:pt x="795" y="2661"/>
                    <a:pt x="740" y="1756"/>
                    <a:pt x="6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40"/>
            <p:cNvSpPr/>
            <p:nvPr/>
          </p:nvSpPr>
          <p:spPr>
            <a:xfrm>
              <a:off x="3713025" y="2094750"/>
              <a:ext cx="76125" cy="124125"/>
            </a:xfrm>
            <a:custGeom>
              <a:avLst/>
              <a:gdLst/>
              <a:ahLst/>
              <a:cxnLst/>
              <a:rect l="l" t="t" r="r" b="b"/>
              <a:pathLst>
                <a:path w="3045" h="4965" extrusionOk="0">
                  <a:moveTo>
                    <a:pt x="659" y="0"/>
                  </a:moveTo>
                  <a:cubicBezTo>
                    <a:pt x="385" y="26"/>
                    <a:pt x="275" y="26"/>
                    <a:pt x="0" y="26"/>
                  </a:cubicBezTo>
                  <a:cubicBezTo>
                    <a:pt x="55" y="2002"/>
                    <a:pt x="82" y="2989"/>
                    <a:pt x="110" y="4965"/>
                  </a:cubicBezTo>
                  <a:cubicBezTo>
                    <a:pt x="699" y="4951"/>
                    <a:pt x="1138" y="4945"/>
                    <a:pt x="1577" y="4945"/>
                  </a:cubicBezTo>
                  <a:cubicBezTo>
                    <a:pt x="2016" y="4945"/>
                    <a:pt x="2455" y="4951"/>
                    <a:pt x="3045" y="4965"/>
                  </a:cubicBezTo>
                  <a:lnTo>
                    <a:pt x="3045" y="4444"/>
                  </a:lnTo>
                  <a:lnTo>
                    <a:pt x="714" y="4444"/>
                  </a:lnTo>
                  <a:cubicBezTo>
                    <a:pt x="685" y="2689"/>
                    <a:pt x="685" y="1782"/>
                    <a:pt x="6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40"/>
            <p:cNvSpPr/>
            <p:nvPr/>
          </p:nvSpPr>
          <p:spPr>
            <a:xfrm>
              <a:off x="3811775" y="2095400"/>
              <a:ext cx="91225" cy="127600"/>
            </a:xfrm>
            <a:custGeom>
              <a:avLst/>
              <a:gdLst/>
              <a:ahLst/>
              <a:cxnLst/>
              <a:rect l="l" t="t" r="r" b="b"/>
              <a:pathLst>
                <a:path w="3649" h="5104" extrusionOk="0">
                  <a:moveTo>
                    <a:pt x="137" y="0"/>
                  </a:moveTo>
                  <a:lnTo>
                    <a:pt x="1" y="4939"/>
                  </a:lnTo>
                  <a:cubicBezTo>
                    <a:pt x="1344" y="4993"/>
                    <a:pt x="2003" y="5022"/>
                    <a:pt x="3319" y="5103"/>
                  </a:cubicBezTo>
                  <a:cubicBezTo>
                    <a:pt x="3348" y="4884"/>
                    <a:pt x="3348" y="4802"/>
                    <a:pt x="3374" y="4583"/>
                  </a:cubicBezTo>
                  <a:cubicBezTo>
                    <a:pt x="2277" y="4500"/>
                    <a:pt x="1728" y="4473"/>
                    <a:pt x="631" y="4445"/>
                  </a:cubicBezTo>
                  <a:cubicBezTo>
                    <a:pt x="631" y="3731"/>
                    <a:pt x="659" y="3376"/>
                    <a:pt x="686" y="2634"/>
                  </a:cubicBezTo>
                  <a:cubicBezTo>
                    <a:pt x="1618" y="2689"/>
                    <a:pt x="2112" y="2689"/>
                    <a:pt x="3045" y="2772"/>
                  </a:cubicBezTo>
                  <a:cubicBezTo>
                    <a:pt x="3074" y="2553"/>
                    <a:pt x="3074" y="2443"/>
                    <a:pt x="3074" y="2250"/>
                  </a:cubicBezTo>
                  <a:cubicBezTo>
                    <a:pt x="2141" y="2195"/>
                    <a:pt x="1647" y="2169"/>
                    <a:pt x="686" y="2140"/>
                  </a:cubicBezTo>
                  <a:cubicBezTo>
                    <a:pt x="714" y="1510"/>
                    <a:pt x="741" y="1181"/>
                    <a:pt x="741" y="549"/>
                  </a:cubicBezTo>
                  <a:cubicBezTo>
                    <a:pt x="1893" y="578"/>
                    <a:pt x="2470" y="604"/>
                    <a:pt x="3622" y="687"/>
                  </a:cubicBezTo>
                  <a:cubicBezTo>
                    <a:pt x="3622" y="494"/>
                    <a:pt x="3622" y="384"/>
                    <a:pt x="3649" y="165"/>
                  </a:cubicBezTo>
                  <a:cubicBezTo>
                    <a:pt x="2251" y="84"/>
                    <a:pt x="1537" y="55"/>
                    <a:pt x="1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40"/>
            <p:cNvSpPr/>
            <p:nvPr/>
          </p:nvSpPr>
          <p:spPr>
            <a:xfrm>
              <a:off x="3922175" y="2101600"/>
              <a:ext cx="123475" cy="134450"/>
            </a:xfrm>
            <a:custGeom>
              <a:avLst/>
              <a:gdLst/>
              <a:ahLst/>
              <a:cxnLst/>
              <a:rect l="l" t="t" r="r" b="b"/>
              <a:pathLst>
                <a:path w="4939" h="5378" extrusionOk="0">
                  <a:moveTo>
                    <a:pt x="385" y="0"/>
                  </a:moveTo>
                  <a:cubicBezTo>
                    <a:pt x="249" y="1976"/>
                    <a:pt x="165" y="2963"/>
                    <a:pt x="1" y="4939"/>
                  </a:cubicBezTo>
                  <a:cubicBezTo>
                    <a:pt x="220" y="4965"/>
                    <a:pt x="330" y="4965"/>
                    <a:pt x="549" y="4993"/>
                  </a:cubicBezTo>
                  <a:cubicBezTo>
                    <a:pt x="688" y="3209"/>
                    <a:pt x="743" y="2331"/>
                    <a:pt x="879" y="575"/>
                  </a:cubicBezTo>
                  <a:cubicBezTo>
                    <a:pt x="933" y="575"/>
                    <a:pt x="962" y="604"/>
                    <a:pt x="988" y="604"/>
                  </a:cubicBezTo>
                  <a:cubicBezTo>
                    <a:pt x="1840" y="2112"/>
                    <a:pt x="2663" y="3703"/>
                    <a:pt x="3403" y="5268"/>
                  </a:cubicBezTo>
                  <a:cubicBezTo>
                    <a:pt x="3760" y="5323"/>
                    <a:pt x="3925" y="5349"/>
                    <a:pt x="4280" y="5377"/>
                  </a:cubicBezTo>
                  <a:cubicBezTo>
                    <a:pt x="4555" y="3429"/>
                    <a:pt x="4664" y="2441"/>
                    <a:pt x="4939" y="494"/>
                  </a:cubicBezTo>
                  <a:cubicBezTo>
                    <a:pt x="4693" y="466"/>
                    <a:pt x="4583" y="439"/>
                    <a:pt x="4364" y="411"/>
                  </a:cubicBezTo>
                  <a:cubicBezTo>
                    <a:pt x="4144" y="2140"/>
                    <a:pt x="4035" y="2990"/>
                    <a:pt x="3815" y="4719"/>
                  </a:cubicBezTo>
                  <a:lnTo>
                    <a:pt x="3705" y="4719"/>
                  </a:lnTo>
                  <a:cubicBezTo>
                    <a:pt x="2964" y="3154"/>
                    <a:pt x="2195" y="1592"/>
                    <a:pt x="1346" y="82"/>
                  </a:cubicBezTo>
                  <a:cubicBezTo>
                    <a:pt x="962" y="55"/>
                    <a:pt x="769" y="27"/>
                    <a:pt x="3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40"/>
            <p:cNvSpPr/>
            <p:nvPr/>
          </p:nvSpPr>
          <p:spPr>
            <a:xfrm>
              <a:off x="4064825" y="2123475"/>
              <a:ext cx="117350" cy="135900"/>
            </a:xfrm>
            <a:custGeom>
              <a:avLst/>
              <a:gdLst/>
              <a:ahLst/>
              <a:cxnLst/>
              <a:rect l="l" t="t" r="r" b="b"/>
              <a:pathLst>
                <a:path w="4694" h="5436" extrusionOk="0">
                  <a:moveTo>
                    <a:pt x="2228" y="0"/>
                  </a:moveTo>
                  <a:cubicBezTo>
                    <a:pt x="1720" y="0"/>
                    <a:pt x="1298" y="129"/>
                    <a:pt x="962" y="387"/>
                  </a:cubicBezTo>
                  <a:cubicBezTo>
                    <a:pt x="523" y="771"/>
                    <a:pt x="249" y="1375"/>
                    <a:pt x="111" y="2279"/>
                  </a:cubicBezTo>
                  <a:cubicBezTo>
                    <a:pt x="1" y="3131"/>
                    <a:pt x="84" y="3789"/>
                    <a:pt x="385" y="4254"/>
                  </a:cubicBezTo>
                  <a:cubicBezTo>
                    <a:pt x="688" y="4722"/>
                    <a:pt x="1208" y="5023"/>
                    <a:pt x="1950" y="5161"/>
                  </a:cubicBezTo>
                  <a:cubicBezTo>
                    <a:pt x="2122" y="5185"/>
                    <a:pt x="2277" y="5199"/>
                    <a:pt x="2421" y="5199"/>
                  </a:cubicBezTo>
                  <a:cubicBezTo>
                    <a:pt x="2598" y="5199"/>
                    <a:pt x="2758" y="5178"/>
                    <a:pt x="2909" y="5132"/>
                  </a:cubicBezTo>
                  <a:cubicBezTo>
                    <a:pt x="3183" y="5051"/>
                    <a:pt x="3403" y="4887"/>
                    <a:pt x="3622" y="4639"/>
                  </a:cubicBezTo>
                  <a:lnTo>
                    <a:pt x="3622" y="4639"/>
                  </a:lnTo>
                  <a:cubicBezTo>
                    <a:pt x="3567" y="4913"/>
                    <a:pt x="3567" y="5051"/>
                    <a:pt x="3541" y="5352"/>
                  </a:cubicBezTo>
                  <a:cubicBezTo>
                    <a:pt x="3706" y="5380"/>
                    <a:pt x="3787" y="5380"/>
                    <a:pt x="3951" y="5435"/>
                  </a:cubicBezTo>
                  <a:cubicBezTo>
                    <a:pt x="4145" y="4474"/>
                    <a:pt x="4254" y="3980"/>
                    <a:pt x="4445" y="3021"/>
                  </a:cubicBezTo>
                  <a:cubicBezTo>
                    <a:pt x="3567" y="2856"/>
                    <a:pt x="3157" y="2773"/>
                    <a:pt x="2279" y="2637"/>
                  </a:cubicBezTo>
                  <a:cubicBezTo>
                    <a:pt x="2251" y="2856"/>
                    <a:pt x="2224" y="2938"/>
                    <a:pt x="2196" y="3157"/>
                  </a:cubicBezTo>
                  <a:cubicBezTo>
                    <a:pt x="2799" y="3267"/>
                    <a:pt x="3102" y="3322"/>
                    <a:pt x="3732" y="3431"/>
                  </a:cubicBezTo>
                  <a:cubicBezTo>
                    <a:pt x="3706" y="3541"/>
                    <a:pt x="3677" y="3596"/>
                    <a:pt x="3677" y="3706"/>
                  </a:cubicBezTo>
                  <a:cubicBezTo>
                    <a:pt x="3596" y="4090"/>
                    <a:pt x="3431" y="4364"/>
                    <a:pt x="3128" y="4529"/>
                  </a:cubicBezTo>
                  <a:cubicBezTo>
                    <a:pt x="2953" y="4634"/>
                    <a:pt x="2743" y="4684"/>
                    <a:pt x="2492" y="4684"/>
                  </a:cubicBezTo>
                  <a:cubicBezTo>
                    <a:pt x="2352" y="4684"/>
                    <a:pt x="2199" y="4668"/>
                    <a:pt x="2031" y="4639"/>
                  </a:cubicBezTo>
                  <a:cubicBezTo>
                    <a:pt x="1647" y="4584"/>
                    <a:pt x="1318" y="4448"/>
                    <a:pt x="1127" y="4254"/>
                  </a:cubicBezTo>
                  <a:cubicBezTo>
                    <a:pt x="907" y="4064"/>
                    <a:pt x="769" y="3816"/>
                    <a:pt x="714" y="3515"/>
                  </a:cubicBezTo>
                  <a:cubicBezTo>
                    <a:pt x="688" y="3186"/>
                    <a:pt x="688" y="2802"/>
                    <a:pt x="743" y="2334"/>
                  </a:cubicBezTo>
                  <a:cubicBezTo>
                    <a:pt x="853" y="1649"/>
                    <a:pt x="1072" y="1156"/>
                    <a:pt x="1401" y="853"/>
                  </a:cubicBezTo>
                  <a:cubicBezTo>
                    <a:pt x="1651" y="624"/>
                    <a:pt x="1979" y="521"/>
                    <a:pt x="2375" y="521"/>
                  </a:cubicBezTo>
                  <a:cubicBezTo>
                    <a:pt x="2501" y="521"/>
                    <a:pt x="2634" y="532"/>
                    <a:pt x="2773" y="552"/>
                  </a:cubicBezTo>
                  <a:cubicBezTo>
                    <a:pt x="3238" y="633"/>
                    <a:pt x="3567" y="798"/>
                    <a:pt x="3787" y="991"/>
                  </a:cubicBezTo>
                  <a:cubicBezTo>
                    <a:pt x="4006" y="1210"/>
                    <a:pt x="4061" y="1485"/>
                    <a:pt x="4006" y="1785"/>
                  </a:cubicBezTo>
                  <a:cubicBezTo>
                    <a:pt x="4254" y="1840"/>
                    <a:pt x="4364" y="1869"/>
                    <a:pt x="4610" y="1895"/>
                  </a:cubicBezTo>
                  <a:cubicBezTo>
                    <a:pt x="4693" y="1594"/>
                    <a:pt x="4665" y="1320"/>
                    <a:pt x="4555" y="1072"/>
                  </a:cubicBezTo>
                  <a:cubicBezTo>
                    <a:pt x="4419" y="798"/>
                    <a:pt x="4226" y="607"/>
                    <a:pt x="3951" y="414"/>
                  </a:cubicBezTo>
                  <a:cubicBezTo>
                    <a:pt x="3651" y="249"/>
                    <a:pt x="3293" y="139"/>
                    <a:pt x="2854" y="58"/>
                  </a:cubicBezTo>
                  <a:cubicBezTo>
                    <a:pt x="2633" y="20"/>
                    <a:pt x="2424" y="0"/>
                    <a:pt x="22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40"/>
            <p:cNvSpPr/>
            <p:nvPr/>
          </p:nvSpPr>
          <p:spPr>
            <a:xfrm>
              <a:off x="4197900" y="2144125"/>
              <a:ext cx="111825" cy="140600"/>
            </a:xfrm>
            <a:custGeom>
              <a:avLst/>
              <a:gdLst/>
              <a:ahLst/>
              <a:cxnLst/>
              <a:rect l="l" t="t" r="r" b="b"/>
              <a:pathLst>
                <a:path w="4473" h="5624" extrusionOk="0">
                  <a:moveTo>
                    <a:pt x="1016" y="0"/>
                  </a:moveTo>
                  <a:cubicBezTo>
                    <a:pt x="604" y="1947"/>
                    <a:pt x="413" y="2908"/>
                    <a:pt x="0" y="4855"/>
                  </a:cubicBezTo>
                  <a:cubicBezTo>
                    <a:pt x="1291" y="5129"/>
                    <a:pt x="1949" y="5268"/>
                    <a:pt x="3266" y="5623"/>
                  </a:cubicBezTo>
                  <a:cubicBezTo>
                    <a:pt x="3321" y="5404"/>
                    <a:pt x="3347" y="5323"/>
                    <a:pt x="3376" y="5103"/>
                  </a:cubicBezTo>
                  <a:cubicBezTo>
                    <a:pt x="2305" y="4829"/>
                    <a:pt x="1784" y="4690"/>
                    <a:pt x="687" y="4471"/>
                  </a:cubicBezTo>
                  <a:cubicBezTo>
                    <a:pt x="852" y="3758"/>
                    <a:pt x="933" y="3402"/>
                    <a:pt x="1098" y="2715"/>
                  </a:cubicBezTo>
                  <a:cubicBezTo>
                    <a:pt x="2030" y="2908"/>
                    <a:pt x="2498" y="3018"/>
                    <a:pt x="3402" y="3264"/>
                  </a:cubicBezTo>
                  <a:cubicBezTo>
                    <a:pt x="3457" y="3044"/>
                    <a:pt x="3485" y="2963"/>
                    <a:pt x="3540" y="2770"/>
                  </a:cubicBezTo>
                  <a:cubicBezTo>
                    <a:pt x="2608" y="2524"/>
                    <a:pt x="2140" y="2415"/>
                    <a:pt x="1207" y="2195"/>
                  </a:cubicBezTo>
                  <a:cubicBezTo>
                    <a:pt x="1346" y="1591"/>
                    <a:pt x="1400" y="1289"/>
                    <a:pt x="1536" y="659"/>
                  </a:cubicBezTo>
                  <a:cubicBezTo>
                    <a:pt x="2662" y="905"/>
                    <a:pt x="3237" y="1043"/>
                    <a:pt x="4335" y="1317"/>
                  </a:cubicBezTo>
                  <a:cubicBezTo>
                    <a:pt x="4390" y="1124"/>
                    <a:pt x="4418" y="1014"/>
                    <a:pt x="4473" y="823"/>
                  </a:cubicBezTo>
                  <a:cubicBezTo>
                    <a:pt x="3101" y="466"/>
                    <a:pt x="2414" y="301"/>
                    <a:pt x="10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2" name="Google Shape;722;p40"/>
          <p:cNvSpPr/>
          <p:nvPr/>
        </p:nvSpPr>
        <p:spPr>
          <a:xfrm>
            <a:off x="1160775" y="1561150"/>
            <a:ext cx="1667100" cy="139200"/>
          </a:xfrm>
          <a:prstGeom prst="roundRect">
            <a:avLst>
              <a:gd name="adj" fmla="val 50000"/>
            </a:avLst>
          </a:prstGeom>
          <a:gradFill>
            <a:gsLst>
              <a:gs pos="0">
                <a:schemeClr val="lt1"/>
              </a:gs>
              <a:gs pos="60000">
                <a:schemeClr val="accent3"/>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40"/>
          <p:cNvSpPr/>
          <p:nvPr/>
        </p:nvSpPr>
        <p:spPr>
          <a:xfrm>
            <a:off x="2356525" y="2878175"/>
            <a:ext cx="1667100" cy="139200"/>
          </a:xfrm>
          <a:prstGeom prst="roundRect">
            <a:avLst>
              <a:gd name="adj" fmla="val 50000"/>
            </a:avLst>
          </a:prstGeom>
          <a:gradFill>
            <a:gsLst>
              <a:gs pos="0">
                <a:schemeClr val="lt1"/>
              </a:gs>
              <a:gs pos="60000">
                <a:schemeClr val="accent1"/>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40"/>
          <p:cNvSpPr/>
          <p:nvPr/>
        </p:nvSpPr>
        <p:spPr>
          <a:xfrm>
            <a:off x="1382225" y="2149525"/>
            <a:ext cx="385800" cy="385800"/>
          </a:xfrm>
          <a:prstGeom prst="ellipse">
            <a:avLst/>
          </a:prstGeom>
          <a:gradFill>
            <a:gsLst>
              <a:gs pos="0">
                <a:schemeClr val="accent1"/>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40"/>
          <p:cNvSpPr txBox="1">
            <a:spLocks noGrp="1"/>
          </p:cNvSpPr>
          <p:nvPr>
            <p:ph type="title" idx="3"/>
          </p:nvPr>
        </p:nvSpPr>
        <p:spPr>
          <a:xfrm>
            <a:off x="4566574" y="2196940"/>
            <a:ext cx="3558000" cy="8418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US" dirty="0"/>
              <a:t>Features</a:t>
            </a: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1" name="Google Shape;611;p36"/>
          <p:cNvSpPr txBox="1">
            <a:spLocks noGrp="1"/>
          </p:cNvSpPr>
          <p:nvPr>
            <p:ph type="body" idx="1"/>
          </p:nvPr>
        </p:nvSpPr>
        <p:spPr>
          <a:xfrm>
            <a:off x="118725" y="355658"/>
            <a:ext cx="7704000" cy="4175582"/>
          </a:xfrm>
          <a:prstGeom prst="rect">
            <a:avLst/>
          </a:prstGeom>
        </p:spPr>
        <p:txBody>
          <a:bodyPr spcFirstLastPara="1" wrap="square" lIns="91425" tIns="91425" rIns="91425" bIns="91425" anchor="t" anchorCtr="0">
            <a:noAutofit/>
          </a:bodyPr>
          <a:lstStyle/>
          <a:p>
            <a:pPr marL="91440" marR="0" lvl="0" indent="-91440" algn="l" defTabSz="914400" rtl="0" eaLnBrk="1" fontAlgn="base" latinLnBrk="0" hangingPunct="1">
              <a:lnSpc>
                <a:spcPct val="90000"/>
              </a:lnSpc>
              <a:spcBef>
                <a:spcPts val="1200"/>
              </a:spcBef>
              <a:spcAft>
                <a:spcPts val="200"/>
              </a:spcAft>
              <a:buClr>
                <a:srgbClr val="9CBEBD"/>
              </a:buClr>
              <a:buSzPct val="100000"/>
              <a:buFont typeface="Tw Cen MT" panose="020B0602020104020603" pitchFamily="34" charset="0"/>
              <a:buChar char=" "/>
              <a:tabLst/>
              <a:defRPr/>
            </a:pPr>
            <a:r>
              <a:rPr kumimoji="0" lang="en-US" sz="1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1. User can run it anytime and play it.</a:t>
            </a:r>
          </a:p>
          <a:p>
            <a:pPr marL="91440" marR="0" lvl="0" indent="-91440" algn="l" defTabSz="914400" rtl="0" eaLnBrk="1" fontAlgn="base" latinLnBrk="0" hangingPunct="1">
              <a:lnSpc>
                <a:spcPct val="90000"/>
              </a:lnSpc>
              <a:spcBef>
                <a:spcPts val="1200"/>
              </a:spcBef>
              <a:spcAft>
                <a:spcPts val="200"/>
              </a:spcAft>
              <a:buClr>
                <a:srgbClr val="9CBEBD"/>
              </a:buClr>
              <a:buSzPct val="100000"/>
              <a:buFont typeface="Tw Cen MT" panose="020B0602020104020603" pitchFamily="34" charset="0"/>
              <a:buChar char=" "/>
              <a:tabLst/>
              <a:defRPr/>
            </a:pPr>
            <a:r>
              <a:rPr kumimoji="0" lang="en-US" sz="1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2. Consists of many option including start, view the highest score, restore the score, quit etc. </a:t>
            </a:r>
          </a:p>
          <a:p>
            <a:pPr marL="91440" marR="0" lvl="0" indent="-91440" algn="l" defTabSz="914400" rtl="0" eaLnBrk="1" fontAlgn="base" latinLnBrk="0" hangingPunct="1">
              <a:lnSpc>
                <a:spcPct val="90000"/>
              </a:lnSpc>
              <a:spcBef>
                <a:spcPts val="1200"/>
              </a:spcBef>
              <a:spcAft>
                <a:spcPts val="200"/>
              </a:spcAft>
              <a:buClr>
                <a:srgbClr val="9CBEBD"/>
              </a:buClr>
              <a:buSzPct val="100000"/>
              <a:buFont typeface="Tw Cen MT" panose="020B0602020104020603" pitchFamily="34" charset="0"/>
              <a:buChar char=" "/>
              <a:tabLst/>
              <a:defRPr/>
            </a:pPr>
            <a:r>
              <a:rPr kumimoji="0" lang="en-US" sz="1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3. User can get help from the “help” option.</a:t>
            </a:r>
          </a:p>
          <a:p>
            <a:pPr marL="91440" marR="0" lvl="0" indent="-91440" algn="l" defTabSz="914400" rtl="0" eaLnBrk="1" fontAlgn="base" latinLnBrk="0" hangingPunct="1">
              <a:lnSpc>
                <a:spcPct val="90000"/>
              </a:lnSpc>
              <a:spcBef>
                <a:spcPts val="1200"/>
              </a:spcBef>
              <a:spcAft>
                <a:spcPts val="200"/>
              </a:spcAft>
              <a:buClr>
                <a:srgbClr val="9CBEBD"/>
              </a:buClr>
              <a:buSzPct val="100000"/>
              <a:buFont typeface="Tw Cen MT" panose="020B0602020104020603" pitchFamily="34" charset="0"/>
              <a:buChar char=" "/>
              <a:tabLst/>
              <a:defRPr/>
            </a:pPr>
            <a:r>
              <a:rPr kumimoji="0" lang="en-US" sz="1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4. User can register his/her name. </a:t>
            </a:r>
          </a:p>
          <a:p>
            <a:pPr marL="91440" marR="0" lvl="0" indent="-91440" algn="l" defTabSz="914400" rtl="0" eaLnBrk="1" fontAlgn="base" latinLnBrk="0" hangingPunct="1">
              <a:lnSpc>
                <a:spcPct val="90000"/>
              </a:lnSpc>
              <a:spcBef>
                <a:spcPts val="1200"/>
              </a:spcBef>
              <a:spcAft>
                <a:spcPts val="200"/>
              </a:spcAft>
              <a:buClr>
                <a:srgbClr val="9CBEBD"/>
              </a:buClr>
              <a:buSzPct val="100000"/>
              <a:buFont typeface="Tw Cen MT" panose="020B0602020104020603" pitchFamily="34" charset="0"/>
              <a:buChar char=" "/>
              <a:tabLst/>
              <a:defRPr/>
            </a:pPr>
            <a:r>
              <a:rPr kumimoji="0" lang="en-US" sz="1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5. Basic instruction is highlighted before playing game.</a:t>
            </a:r>
          </a:p>
          <a:p>
            <a:pPr marL="91440" marR="0" lvl="0" indent="-91440" algn="l" defTabSz="914400" rtl="0" eaLnBrk="1" fontAlgn="base" latinLnBrk="0" hangingPunct="1">
              <a:lnSpc>
                <a:spcPct val="90000"/>
              </a:lnSpc>
              <a:spcBef>
                <a:spcPts val="1200"/>
              </a:spcBef>
              <a:spcAft>
                <a:spcPts val="200"/>
              </a:spcAft>
              <a:buClr>
                <a:srgbClr val="9CBEBD"/>
              </a:buClr>
              <a:buSzPct val="100000"/>
              <a:buFont typeface="Tw Cen MT" panose="020B0602020104020603" pitchFamily="34" charset="0"/>
              <a:buChar char=" "/>
              <a:tabLst/>
              <a:defRPr/>
            </a:pPr>
            <a:r>
              <a:rPr kumimoji="0" lang="en-US" sz="1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5. There will be warmup round and challenge round.</a:t>
            </a:r>
          </a:p>
          <a:p>
            <a:pPr marL="91440" marR="0" lvl="0" indent="-91440" algn="l" defTabSz="914400" rtl="0" eaLnBrk="1" fontAlgn="base" latinLnBrk="0" hangingPunct="1">
              <a:lnSpc>
                <a:spcPct val="90000"/>
              </a:lnSpc>
              <a:spcBef>
                <a:spcPts val="1200"/>
              </a:spcBef>
              <a:spcAft>
                <a:spcPts val="200"/>
              </a:spcAft>
              <a:buClr>
                <a:srgbClr val="9CBEBD"/>
              </a:buClr>
              <a:buSzPct val="100000"/>
              <a:buFont typeface="Tw Cen MT" panose="020B0602020104020603" pitchFamily="34" charset="0"/>
              <a:buChar char=" "/>
              <a:tabLst/>
              <a:defRPr/>
            </a:pPr>
            <a:r>
              <a:rPr kumimoji="0" lang="en-US" sz="1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6. To play challenge round user must pass the warmup round having 3 questions and user should make </a:t>
            </a:r>
            <a:r>
              <a:rPr kumimoji="0" lang="en-US" sz="1400" b="1" i="0" u="none" strike="noStrike" kern="1200" cap="none" spc="0" normalizeH="0" baseline="0" noProof="0" dirty="0" err="1">
                <a:ln>
                  <a:noFill/>
                </a:ln>
                <a:solidFill>
                  <a:srgbClr val="FFFFFF"/>
                </a:solidFill>
                <a:effectLst/>
                <a:uLnTx/>
                <a:uFillTx/>
                <a:latin typeface="Times New Roman" panose="02020603050405020304" pitchFamily="18" charset="0"/>
                <a:ea typeface="+mn-ea"/>
                <a:cs typeface="Times New Roman" panose="02020603050405020304" pitchFamily="18" charset="0"/>
              </a:rPr>
              <a:t>atleast</a:t>
            </a:r>
            <a:r>
              <a:rPr kumimoji="0" lang="en-US" sz="1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 2 correct answer.</a:t>
            </a:r>
          </a:p>
          <a:p>
            <a:pPr marL="91440" marR="0" lvl="0" indent="-91440" algn="l" defTabSz="914400" rtl="0" eaLnBrk="1" fontAlgn="base" latinLnBrk="0" hangingPunct="1">
              <a:lnSpc>
                <a:spcPct val="90000"/>
              </a:lnSpc>
              <a:spcBef>
                <a:spcPts val="1200"/>
              </a:spcBef>
              <a:spcAft>
                <a:spcPts val="200"/>
              </a:spcAft>
              <a:buClr>
                <a:srgbClr val="9CBEBD"/>
              </a:buClr>
              <a:buSzPct val="100000"/>
              <a:buFont typeface="Tw Cen MT" panose="020B0602020104020603" pitchFamily="34" charset="0"/>
              <a:buChar char=" "/>
              <a:tabLst/>
              <a:defRPr/>
            </a:pPr>
            <a:r>
              <a:rPr kumimoji="0" lang="en-US" sz="1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7. In challenge round you have 10 question and each correct answer will be awarded Rs.100.</a:t>
            </a:r>
          </a:p>
          <a:p>
            <a:pPr marL="91440" marR="0" lvl="0" indent="-91440" algn="l" defTabSz="914400" rtl="0" eaLnBrk="1" fontAlgn="base" latinLnBrk="0" hangingPunct="1">
              <a:lnSpc>
                <a:spcPct val="90000"/>
              </a:lnSpc>
              <a:spcBef>
                <a:spcPts val="1200"/>
              </a:spcBef>
              <a:spcAft>
                <a:spcPts val="200"/>
              </a:spcAft>
              <a:buClr>
                <a:srgbClr val="9CBEBD"/>
              </a:buClr>
              <a:buSzPct val="100000"/>
              <a:buFont typeface="Tw Cen MT" panose="020B0602020104020603" pitchFamily="34" charset="0"/>
              <a:buChar char=" "/>
              <a:tabLst/>
              <a:defRPr/>
            </a:pPr>
            <a:r>
              <a:rPr kumimoji="0" lang="en-US" sz="1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8. In this way, users can make total of Rs.1000.</a:t>
            </a:r>
          </a:p>
          <a:p>
            <a:pPr marL="91440" marR="0" lvl="0" indent="-91440" algn="l" defTabSz="914400" rtl="0" eaLnBrk="1" fontAlgn="base" latinLnBrk="0" hangingPunct="1">
              <a:lnSpc>
                <a:spcPct val="90000"/>
              </a:lnSpc>
              <a:spcBef>
                <a:spcPts val="1200"/>
              </a:spcBef>
              <a:spcAft>
                <a:spcPts val="200"/>
              </a:spcAft>
              <a:buClr>
                <a:srgbClr val="9CBEBD"/>
              </a:buClr>
              <a:buSzPct val="100000"/>
              <a:buFont typeface="Tw Cen MT" panose="020B0602020104020603" pitchFamily="34" charset="0"/>
              <a:buChar char=" "/>
              <a:tabLst/>
              <a:defRPr/>
            </a:pPr>
            <a:r>
              <a:rPr kumimoji="0" lang="en-US" sz="1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9. No negative marking for wrong answers.</a:t>
            </a:r>
          </a:p>
          <a:p>
            <a:pPr marL="0" lvl="0" indent="0" algn="l" rtl="0">
              <a:spcBef>
                <a:spcPts val="0"/>
              </a:spcBef>
              <a:spcAft>
                <a:spcPts val="0"/>
              </a:spcAft>
              <a:buNone/>
            </a:pPr>
            <a:endParaRPr lang="en-US" dirty="0">
              <a:solidFill>
                <a:schemeClr val="dk1"/>
              </a:solidFill>
            </a:endParaRPr>
          </a:p>
        </p:txBody>
      </p:sp>
      <p:sp>
        <p:nvSpPr>
          <p:cNvPr id="612" name="Google Shape;612;p36"/>
          <p:cNvSpPr/>
          <p:nvPr/>
        </p:nvSpPr>
        <p:spPr>
          <a:xfrm>
            <a:off x="7629825" y="2726025"/>
            <a:ext cx="385800" cy="385800"/>
          </a:xfrm>
          <a:prstGeom prst="ellipse">
            <a:avLst/>
          </a:prstGeom>
          <a:gradFill>
            <a:gsLst>
              <a:gs pos="0">
                <a:schemeClr val="accent2"/>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4" name="Google Shape;614;p36"/>
          <p:cNvGrpSpPr/>
          <p:nvPr/>
        </p:nvGrpSpPr>
        <p:grpSpPr>
          <a:xfrm flipH="1">
            <a:off x="7333725" y="-210700"/>
            <a:ext cx="1244672" cy="1146854"/>
            <a:chOff x="7487975" y="3200500"/>
            <a:chExt cx="1244672" cy="1146854"/>
          </a:xfrm>
        </p:grpSpPr>
        <p:sp>
          <p:nvSpPr>
            <p:cNvPr id="615" name="Google Shape;615;p36"/>
            <p:cNvSpPr/>
            <p:nvPr/>
          </p:nvSpPr>
          <p:spPr>
            <a:xfrm>
              <a:off x="7487975" y="3200500"/>
              <a:ext cx="1244672" cy="1146854"/>
            </a:xfrm>
            <a:custGeom>
              <a:avLst/>
              <a:gdLst/>
              <a:ahLst/>
              <a:cxnLst/>
              <a:rect l="l" t="t" r="r" b="b"/>
              <a:pathLst>
                <a:path w="60568" h="55808" extrusionOk="0">
                  <a:moveTo>
                    <a:pt x="19507" y="0"/>
                  </a:moveTo>
                  <a:cubicBezTo>
                    <a:pt x="18522" y="0"/>
                    <a:pt x="17011" y="589"/>
                    <a:pt x="14723" y="2027"/>
                  </a:cubicBezTo>
                  <a:lnTo>
                    <a:pt x="14856" y="1952"/>
                  </a:lnTo>
                  <a:lnTo>
                    <a:pt x="14856" y="1952"/>
                  </a:lnTo>
                  <a:cubicBezTo>
                    <a:pt x="5961" y="7269"/>
                    <a:pt x="0" y="16991"/>
                    <a:pt x="0" y="28108"/>
                  </a:cubicBezTo>
                  <a:cubicBezTo>
                    <a:pt x="0" y="44932"/>
                    <a:pt x="13638" y="55807"/>
                    <a:pt x="30461" y="55807"/>
                  </a:cubicBezTo>
                  <a:cubicBezTo>
                    <a:pt x="43425" y="55807"/>
                    <a:pt x="54497" y="49451"/>
                    <a:pt x="58894" y="38754"/>
                  </a:cubicBezTo>
                  <a:cubicBezTo>
                    <a:pt x="59386" y="37556"/>
                    <a:pt x="59750" y="36306"/>
                    <a:pt x="60018" y="35040"/>
                  </a:cubicBezTo>
                  <a:cubicBezTo>
                    <a:pt x="60475" y="32880"/>
                    <a:pt x="60568" y="31598"/>
                    <a:pt x="59892" y="30967"/>
                  </a:cubicBezTo>
                  <a:lnTo>
                    <a:pt x="59810" y="30900"/>
                  </a:lnTo>
                  <a:lnTo>
                    <a:pt x="20543" y="337"/>
                  </a:lnTo>
                  <a:lnTo>
                    <a:pt x="20544" y="335"/>
                  </a:lnTo>
                  <a:cubicBezTo>
                    <a:pt x="20290" y="120"/>
                    <a:pt x="19952" y="0"/>
                    <a:pt x="19507" y="0"/>
                  </a:cubicBez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6"/>
            <p:cNvSpPr/>
            <p:nvPr/>
          </p:nvSpPr>
          <p:spPr>
            <a:xfrm>
              <a:off x="7525458" y="3223845"/>
              <a:ext cx="1167528" cy="1086026"/>
            </a:xfrm>
            <a:custGeom>
              <a:avLst/>
              <a:gdLst/>
              <a:ahLst/>
              <a:cxnLst/>
              <a:rect l="l" t="t" r="r" b="b"/>
              <a:pathLst>
                <a:path w="56814" h="52848" extrusionOk="0">
                  <a:moveTo>
                    <a:pt x="19219" y="0"/>
                  </a:moveTo>
                  <a:cubicBezTo>
                    <a:pt x="18944" y="8"/>
                    <a:pt x="16401" y="855"/>
                    <a:pt x="13965" y="2375"/>
                  </a:cubicBezTo>
                  <a:lnTo>
                    <a:pt x="13968" y="2381"/>
                  </a:lnTo>
                  <a:cubicBezTo>
                    <a:pt x="5353" y="7531"/>
                    <a:pt x="0" y="16953"/>
                    <a:pt x="0" y="26972"/>
                  </a:cubicBezTo>
                  <a:cubicBezTo>
                    <a:pt x="0" y="34512"/>
                    <a:pt x="2870" y="41009"/>
                    <a:pt x="8299" y="45758"/>
                  </a:cubicBezTo>
                  <a:cubicBezTo>
                    <a:pt x="13525" y="50331"/>
                    <a:pt x="20749" y="52848"/>
                    <a:pt x="28637" y="52848"/>
                  </a:cubicBezTo>
                  <a:cubicBezTo>
                    <a:pt x="41098" y="52848"/>
                    <a:pt x="51346" y="46747"/>
                    <a:pt x="55384" y="36925"/>
                  </a:cubicBezTo>
                  <a:cubicBezTo>
                    <a:pt x="55804" y="35902"/>
                    <a:pt x="56149" y="34759"/>
                    <a:pt x="56410" y="33526"/>
                  </a:cubicBezTo>
                  <a:cubicBezTo>
                    <a:pt x="56739" y="31972"/>
                    <a:pt x="56814" y="29076"/>
                    <a:pt x="56777" y="28823"/>
                  </a:cubicBezTo>
                  <a:lnTo>
                    <a:pt x="1921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6"/>
            <p:cNvSpPr/>
            <p:nvPr/>
          </p:nvSpPr>
          <p:spPr>
            <a:xfrm>
              <a:off x="7596210" y="3493542"/>
              <a:ext cx="895014" cy="750753"/>
            </a:xfrm>
            <a:custGeom>
              <a:avLst/>
              <a:gdLst/>
              <a:ahLst/>
              <a:cxnLst/>
              <a:rect l="l" t="t" r="r" b="b"/>
              <a:pathLst>
                <a:path w="43553" h="36533" extrusionOk="0">
                  <a:moveTo>
                    <a:pt x="4134" y="1"/>
                  </a:moveTo>
                  <a:cubicBezTo>
                    <a:pt x="3396" y="1126"/>
                    <a:pt x="2338" y="2964"/>
                    <a:pt x="1489" y="5320"/>
                  </a:cubicBezTo>
                  <a:cubicBezTo>
                    <a:pt x="501" y="8060"/>
                    <a:pt x="1" y="10906"/>
                    <a:pt x="1" y="13778"/>
                  </a:cubicBezTo>
                  <a:cubicBezTo>
                    <a:pt x="1" y="20410"/>
                    <a:pt x="2525" y="26124"/>
                    <a:pt x="7302" y="30302"/>
                  </a:cubicBezTo>
                  <a:cubicBezTo>
                    <a:pt x="8902" y="31702"/>
                    <a:pt x="10723" y="32891"/>
                    <a:pt x="12714" y="33837"/>
                  </a:cubicBezTo>
                  <a:cubicBezTo>
                    <a:pt x="14363" y="34619"/>
                    <a:pt x="16148" y="35243"/>
                    <a:pt x="18017" y="35693"/>
                  </a:cubicBezTo>
                  <a:cubicBezTo>
                    <a:pt x="20335" y="36249"/>
                    <a:pt x="22736" y="36533"/>
                    <a:pt x="25154" y="36533"/>
                  </a:cubicBezTo>
                  <a:lnTo>
                    <a:pt x="25162" y="36533"/>
                  </a:lnTo>
                  <a:cubicBezTo>
                    <a:pt x="26403" y="36532"/>
                    <a:pt x="29307" y="36531"/>
                    <a:pt x="32720" y="35700"/>
                  </a:cubicBezTo>
                  <a:cubicBezTo>
                    <a:pt x="36969" y="34665"/>
                    <a:pt x="40613" y="32707"/>
                    <a:pt x="43553" y="29878"/>
                  </a:cubicBezTo>
                  <a:lnTo>
                    <a:pt x="43295" y="29610"/>
                  </a:lnTo>
                  <a:cubicBezTo>
                    <a:pt x="38780" y="33954"/>
                    <a:pt x="32679" y="36158"/>
                    <a:pt x="25162" y="36160"/>
                  </a:cubicBezTo>
                  <a:lnTo>
                    <a:pt x="25154" y="36160"/>
                  </a:lnTo>
                  <a:cubicBezTo>
                    <a:pt x="21194" y="36160"/>
                    <a:pt x="13650" y="35360"/>
                    <a:pt x="7547" y="30022"/>
                  </a:cubicBezTo>
                  <a:cubicBezTo>
                    <a:pt x="2854" y="25917"/>
                    <a:pt x="373" y="20299"/>
                    <a:pt x="373" y="13778"/>
                  </a:cubicBezTo>
                  <a:cubicBezTo>
                    <a:pt x="373" y="7374"/>
                    <a:pt x="2924" y="2525"/>
                    <a:pt x="4446" y="204"/>
                  </a:cubicBezTo>
                  <a:lnTo>
                    <a:pt x="41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6"/>
            <p:cNvSpPr/>
            <p:nvPr/>
          </p:nvSpPr>
          <p:spPr>
            <a:xfrm>
              <a:off x="8504483" y="4046047"/>
              <a:ext cx="47532" cy="47512"/>
            </a:xfrm>
            <a:custGeom>
              <a:avLst/>
              <a:gdLst/>
              <a:ahLst/>
              <a:cxnLst/>
              <a:rect l="l" t="t" r="r" b="b"/>
              <a:pathLst>
                <a:path w="2313" h="2312" extrusionOk="0">
                  <a:moveTo>
                    <a:pt x="1157" y="1"/>
                  </a:moveTo>
                  <a:cubicBezTo>
                    <a:pt x="519" y="1"/>
                    <a:pt x="0" y="518"/>
                    <a:pt x="0" y="1157"/>
                  </a:cubicBezTo>
                  <a:cubicBezTo>
                    <a:pt x="0" y="1795"/>
                    <a:pt x="519" y="2312"/>
                    <a:pt x="1157" y="2312"/>
                  </a:cubicBezTo>
                  <a:cubicBezTo>
                    <a:pt x="1795" y="2312"/>
                    <a:pt x="2313" y="1795"/>
                    <a:pt x="2313" y="1157"/>
                  </a:cubicBezTo>
                  <a:cubicBezTo>
                    <a:pt x="2313" y="518"/>
                    <a:pt x="1795" y="1"/>
                    <a:pt x="11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6"/>
            <p:cNvSpPr/>
            <p:nvPr/>
          </p:nvSpPr>
          <p:spPr>
            <a:xfrm>
              <a:off x="7694807" y="3427042"/>
              <a:ext cx="47532" cy="47532"/>
            </a:xfrm>
            <a:custGeom>
              <a:avLst/>
              <a:gdLst/>
              <a:ahLst/>
              <a:cxnLst/>
              <a:rect l="l" t="t" r="r" b="b"/>
              <a:pathLst>
                <a:path w="2313" h="2313" extrusionOk="0">
                  <a:moveTo>
                    <a:pt x="1156" y="0"/>
                  </a:moveTo>
                  <a:cubicBezTo>
                    <a:pt x="517" y="0"/>
                    <a:pt x="0" y="519"/>
                    <a:pt x="0" y="1156"/>
                  </a:cubicBezTo>
                  <a:cubicBezTo>
                    <a:pt x="0" y="1795"/>
                    <a:pt x="517" y="2313"/>
                    <a:pt x="1156" y="2313"/>
                  </a:cubicBezTo>
                  <a:cubicBezTo>
                    <a:pt x="1794" y="2313"/>
                    <a:pt x="2313" y="1795"/>
                    <a:pt x="2313" y="1156"/>
                  </a:cubicBezTo>
                  <a:cubicBezTo>
                    <a:pt x="2313" y="519"/>
                    <a:pt x="1794" y="0"/>
                    <a:pt x="11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6"/>
            <p:cNvSpPr/>
            <p:nvPr/>
          </p:nvSpPr>
          <p:spPr>
            <a:xfrm>
              <a:off x="8590976" y="3796571"/>
              <a:ext cx="48354" cy="183265"/>
            </a:xfrm>
            <a:custGeom>
              <a:avLst/>
              <a:gdLst/>
              <a:ahLst/>
              <a:cxnLst/>
              <a:rect l="l" t="t" r="r" b="b"/>
              <a:pathLst>
                <a:path w="2353" h="8918" extrusionOk="0">
                  <a:moveTo>
                    <a:pt x="1980" y="1"/>
                  </a:moveTo>
                  <a:cubicBezTo>
                    <a:pt x="1855" y="3012"/>
                    <a:pt x="1189" y="5963"/>
                    <a:pt x="0" y="8772"/>
                  </a:cubicBezTo>
                  <a:lnTo>
                    <a:pt x="344" y="8918"/>
                  </a:lnTo>
                  <a:cubicBezTo>
                    <a:pt x="1549" y="6067"/>
                    <a:pt x="2225" y="3072"/>
                    <a:pt x="2353" y="16"/>
                  </a:cubicBezTo>
                  <a:lnTo>
                    <a:pt x="198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6"/>
            <p:cNvSpPr/>
            <p:nvPr/>
          </p:nvSpPr>
          <p:spPr>
            <a:xfrm>
              <a:off x="7777252" y="3266712"/>
              <a:ext cx="175415" cy="110600"/>
            </a:xfrm>
            <a:custGeom>
              <a:avLst/>
              <a:gdLst/>
              <a:ahLst/>
              <a:cxnLst/>
              <a:rect l="l" t="t" r="r" b="b"/>
              <a:pathLst>
                <a:path w="8536" h="5382" extrusionOk="0">
                  <a:moveTo>
                    <a:pt x="8408" y="1"/>
                  </a:moveTo>
                  <a:cubicBezTo>
                    <a:pt x="6623" y="657"/>
                    <a:pt x="4905" y="1518"/>
                    <a:pt x="3303" y="2559"/>
                  </a:cubicBezTo>
                  <a:cubicBezTo>
                    <a:pt x="2140" y="3314"/>
                    <a:pt x="1029" y="4171"/>
                    <a:pt x="1" y="5105"/>
                  </a:cubicBezTo>
                  <a:lnTo>
                    <a:pt x="251" y="5382"/>
                  </a:lnTo>
                  <a:cubicBezTo>
                    <a:pt x="2687" y="3168"/>
                    <a:pt x="5474" y="1477"/>
                    <a:pt x="8535" y="351"/>
                  </a:cubicBezTo>
                  <a:lnTo>
                    <a:pt x="84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6"/>
            <p:cNvSpPr/>
            <p:nvPr/>
          </p:nvSpPr>
          <p:spPr>
            <a:xfrm>
              <a:off x="7910106" y="3207384"/>
              <a:ext cx="808663" cy="631132"/>
            </a:xfrm>
            <a:custGeom>
              <a:avLst/>
              <a:gdLst/>
              <a:ahLst/>
              <a:cxnLst/>
              <a:rect l="l" t="t" r="r" b="b"/>
              <a:pathLst>
                <a:path w="39351" h="30712" extrusionOk="0">
                  <a:moveTo>
                    <a:pt x="2" y="0"/>
                  </a:moveTo>
                  <a:lnTo>
                    <a:pt x="1" y="2"/>
                  </a:lnTo>
                  <a:lnTo>
                    <a:pt x="23" y="19"/>
                  </a:lnTo>
                  <a:lnTo>
                    <a:pt x="23" y="19"/>
                  </a:lnTo>
                  <a:cubicBezTo>
                    <a:pt x="16" y="13"/>
                    <a:pt x="9" y="7"/>
                    <a:pt x="2" y="0"/>
                  </a:cubicBezTo>
                  <a:close/>
                  <a:moveTo>
                    <a:pt x="39183" y="30499"/>
                  </a:moveTo>
                  <a:lnTo>
                    <a:pt x="39268" y="30565"/>
                  </a:lnTo>
                  <a:lnTo>
                    <a:pt x="39351" y="30632"/>
                  </a:lnTo>
                  <a:cubicBezTo>
                    <a:pt x="39299" y="30584"/>
                    <a:pt x="39243" y="30539"/>
                    <a:pt x="39183" y="30499"/>
                  </a:cubicBezTo>
                  <a:close/>
                  <a:moveTo>
                    <a:pt x="23" y="19"/>
                  </a:moveTo>
                  <a:cubicBezTo>
                    <a:pt x="509" y="450"/>
                    <a:pt x="678" y="1242"/>
                    <a:pt x="702" y="2218"/>
                  </a:cubicBezTo>
                  <a:cubicBezTo>
                    <a:pt x="1716" y="18125"/>
                    <a:pt x="14938" y="30712"/>
                    <a:pt x="31101" y="30712"/>
                  </a:cubicBezTo>
                  <a:cubicBezTo>
                    <a:pt x="32952" y="30712"/>
                    <a:pt x="34764" y="30545"/>
                    <a:pt x="36525" y="30227"/>
                  </a:cubicBezTo>
                  <a:cubicBezTo>
                    <a:pt x="36943" y="30179"/>
                    <a:pt x="37315" y="30154"/>
                    <a:pt x="37645" y="30154"/>
                  </a:cubicBezTo>
                  <a:cubicBezTo>
                    <a:pt x="38329" y="30154"/>
                    <a:pt x="38831" y="30262"/>
                    <a:pt x="39183" y="30499"/>
                  </a:cubicBezTo>
                  <a:lnTo>
                    <a:pt x="39183" y="30499"/>
                  </a:lnTo>
                  <a:lnTo>
                    <a:pt x="23" y="19"/>
                  </a:ln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Google Shape;690;p39">
            <a:extLst>
              <a:ext uri="{FF2B5EF4-FFF2-40B4-BE49-F238E27FC236}">
                <a16:creationId xmlns:a16="http://schemas.microsoft.com/office/drawing/2014/main" id="{DD889474-9733-47D1-A5D9-14D4CDD04542}"/>
              </a:ext>
            </a:extLst>
          </p:cNvPr>
          <p:cNvSpPr/>
          <p:nvPr/>
        </p:nvSpPr>
        <p:spPr>
          <a:xfrm>
            <a:off x="280838" y="246170"/>
            <a:ext cx="1387765" cy="181145"/>
          </a:xfrm>
          <a:prstGeom prst="roundRect">
            <a:avLst>
              <a:gd name="adj" fmla="val 50000"/>
            </a:avLst>
          </a:prstGeom>
          <a:gradFill>
            <a:gsLst>
              <a:gs pos="0">
                <a:schemeClr val="lt1"/>
              </a:gs>
              <a:gs pos="60000">
                <a:schemeClr val="accent1"/>
              </a:gs>
              <a:gs pos="100000">
                <a:schemeClr val="accen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691;p39">
            <a:extLst>
              <a:ext uri="{FF2B5EF4-FFF2-40B4-BE49-F238E27FC236}">
                <a16:creationId xmlns:a16="http://schemas.microsoft.com/office/drawing/2014/main" id="{674960CE-D722-4892-836D-85D911EC29D3}"/>
              </a:ext>
            </a:extLst>
          </p:cNvPr>
          <p:cNvSpPr/>
          <p:nvPr/>
        </p:nvSpPr>
        <p:spPr>
          <a:xfrm>
            <a:off x="1870365" y="135434"/>
            <a:ext cx="385800" cy="385800"/>
          </a:xfrm>
          <a:prstGeom prst="ellipse">
            <a:avLst/>
          </a:prstGeom>
          <a:gradFill>
            <a:gsLst>
              <a:gs pos="0">
                <a:schemeClr val="accent1"/>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707;p40">
            <a:extLst>
              <a:ext uri="{FF2B5EF4-FFF2-40B4-BE49-F238E27FC236}">
                <a16:creationId xmlns:a16="http://schemas.microsoft.com/office/drawing/2014/main" id="{B238D8ED-7CBD-4FC3-B47A-4F7FB1D9A228}"/>
              </a:ext>
            </a:extLst>
          </p:cNvPr>
          <p:cNvSpPr/>
          <p:nvPr/>
        </p:nvSpPr>
        <p:spPr>
          <a:xfrm>
            <a:off x="4572000" y="4523194"/>
            <a:ext cx="1736592" cy="228269"/>
          </a:xfrm>
          <a:prstGeom prst="roundRect">
            <a:avLst>
              <a:gd name="adj" fmla="val 50000"/>
            </a:avLst>
          </a:prstGeom>
          <a:gradFill>
            <a:gsLst>
              <a:gs pos="0">
                <a:schemeClr val="lt1"/>
              </a:gs>
              <a:gs pos="60000">
                <a:schemeClr val="accent3"/>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693;p39">
            <a:extLst>
              <a:ext uri="{FF2B5EF4-FFF2-40B4-BE49-F238E27FC236}">
                <a16:creationId xmlns:a16="http://schemas.microsoft.com/office/drawing/2014/main" id="{030D76AB-1959-408D-AC7A-36603EDA896D}"/>
              </a:ext>
            </a:extLst>
          </p:cNvPr>
          <p:cNvSpPr/>
          <p:nvPr/>
        </p:nvSpPr>
        <p:spPr>
          <a:xfrm>
            <a:off x="6641438" y="4412353"/>
            <a:ext cx="589238" cy="456750"/>
          </a:xfrm>
          <a:prstGeom prst="ellipse">
            <a:avLst/>
          </a:prstGeom>
          <a:gradFill>
            <a:gsLst>
              <a:gs pos="0">
                <a:schemeClr val="accent2"/>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grpSp>
        <p:nvGrpSpPr>
          <p:cNvPr id="794" name="Google Shape;794;p44"/>
          <p:cNvGrpSpPr/>
          <p:nvPr/>
        </p:nvGrpSpPr>
        <p:grpSpPr>
          <a:xfrm>
            <a:off x="3992628" y="1623554"/>
            <a:ext cx="1158747" cy="1116044"/>
            <a:chOff x="874625" y="940638"/>
            <a:chExt cx="778100" cy="749375"/>
          </a:xfrm>
        </p:grpSpPr>
        <p:grpSp>
          <p:nvGrpSpPr>
            <p:cNvPr id="795" name="Google Shape;795;p44"/>
            <p:cNvGrpSpPr/>
            <p:nvPr/>
          </p:nvGrpSpPr>
          <p:grpSpPr>
            <a:xfrm>
              <a:off x="874625" y="940638"/>
              <a:ext cx="778100" cy="749375"/>
              <a:chOff x="892125" y="937500"/>
              <a:chExt cx="778100" cy="749375"/>
            </a:xfrm>
          </p:grpSpPr>
          <p:sp>
            <p:nvSpPr>
              <p:cNvPr id="796" name="Google Shape;796;p44"/>
              <p:cNvSpPr/>
              <p:nvPr/>
            </p:nvSpPr>
            <p:spPr>
              <a:xfrm>
                <a:off x="892125" y="937500"/>
                <a:ext cx="657900" cy="6579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44"/>
              <p:cNvSpPr/>
              <p:nvPr/>
            </p:nvSpPr>
            <p:spPr>
              <a:xfrm>
                <a:off x="1012325" y="1028975"/>
                <a:ext cx="657900" cy="6579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8" name="Google Shape;798;p44"/>
            <p:cNvSpPr/>
            <p:nvPr/>
          </p:nvSpPr>
          <p:spPr>
            <a:xfrm>
              <a:off x="933975" y="985638"/>
              <a:ext cx="659400" cy="6594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9" name="Google Shape;799;p44"/>
          <p:cNvSpPr txBox="1">
            <a:spLocks noGrp="1"/>
          </p:cNvSpPr>
          <p:nvPr>
            <p:ph type="title"/>
          </p:nvPr>
        </p:nvSpPr>
        <p:spPr>
          <a:xfrm>
            <a:off x="1321950" y="2701863"/>
            <a:ext cx="6500100" cy="7137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en-US" dirty="0"/>
              <a:t>Flowchart</a:t>
            </a:r>
            <a:endParaRPr dirty="0"/>
          </a:p>
        </p:txBody>
      </p:sp>
      <p:sp>
        <p:nvSpPr>
          <p:cNvPr id="800" name="Google Shape;800;p44"/>
          <p:cNvSpPr txBox="1">
            <a:spLocks noGrp="1"/>
          </p:cNvSpPr>
          <p:nvPr>
            <p:ph type="title" idx="2"/>
          </p:nvPr>
        </p:nvSpPr>
        <p:spPr>
          <a:xfrm>
            <a:off x="3246600" y="1760663"/>
            <a:ext cx="26508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801" name="Google Shape;801;p44"/>
          <p:cNvSpPr txBox="1">
            <a:spLocks noGrp="1"/>
          </p:cNvSpPr>
          <p:nvPr>
            <p:ph type="subTitle" idx="1"/>
          </p:nvPr>
        </p:nvSpPr>
        <p:spPr>
          <a:xfrm>
            <a:off x="1321950" y="3534088"/>
            <a:ext cx="6500100" cy="297900"/>
          </a:xfrm>
          <a:prstGeom prst="rect">
            <a:avLst/>
          </a:prstGeom>
        </p:spPr>
        <p:txBody>
          <a:bodyPr spcFirstLastPara="1" wrap="square" lIns="91425" tIns="0" rIns="91425" bIns="91425" anchor="t" anchorCtr="0">
            <a:noAutofit/>
          </a:bodyPr>
          <a:lstStyle/>
          <a:p>
            <a:pPr marL="0" lvl="0" indent="0" algn="ctr" rtl="0">
              <a:spcBef>
                <a:spcPts val="0"/>
              </a:spcBef>
              <a:spcAft>
                <a:spcPts val="1600"/>
              </a:spcAft>
              <a:buNone/>
            </a:pPr>
            <a:r>
              <a:rPr lang="en"/>
              <a:t>You can enter a subtitle here if you need it</a:t>
            </a:r>
            <a:endParaRPr/>
          </a:p>
        </p:txBody>
      </p:sp>
      <p:sp>
        <p:nvSpPr>
          <p:cNvPr id="802" name="Google Shape;802;p44"/>
          <p:cNvSpPr/>
          <p:nvPr/>
        </p:nvSpPr>
        <p:spPr>
          <a:xfrm>
            <a:off x="3439950" y="4174813"/>
            <a:ext cx="2007000" cy="139200"/>
          </a:xfrm>
          <a:prstGeom prst="roundRect">
            <a:avLst>
              <a:gd name="adj" fmla="val 50000"/>
            </a:avLst>
          </a:prstGeom>
          <a:gradFill>
            <a:gsLst>
              <a:gs pos="0">
                <a:schemeClr val="lt1"/>
              </a:gs>
              <a:gs pos="60000">
                <a:schemeClr val="accent1"/>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4"/>
          <p:cNvSpPr/>
          <p:nvPr/>
        </p:nvSpPr>
        <p:spPr>
          <a:xfrm>
            <a:off x="6220075" y="1621475"/>
            <a:ext cx="1638600" cy="139200"/>
          </a:xfrm>
          <a:prstGeom prst="roundRect">
            <a:avLst>
              <a:gd name="adj" fmla="val 50000"/>
            </a:avLst>
          </a:prstGeom>
          <a:gradFill>
            <a:gsLst>
              <a:gs pos="0">
                <a:schemeClr val="lt1"/>
              </a:gs>
              <a:gs pos="60000">
                <a:schemeClr val="accent3"/>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44"/>
          <p:cNvSpPr/>
          <p:nvPr/>
        </p:nvSpPr>
        <p:spPr>
          <a:xfrm>
            <a:off x="7642400" y="4010025"/>
            <a:ext cx="385800" cy="385800"/>
          </a:xfrm>
          <a:prstGeom prst="ellipse">
            <a:avLst/>
          </a:prstGeom>
          <a:gradFill>
            <a:gsLst>
              <a:gs pos="0">
                <a:schemeClr val="accent2"/>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44"/>
          <p:cNvSpPr/>
          <p:nvPr/>
        </p:nvSpPr>
        <p:spPr>
          <a:xfrm>
            <a:off x="2334300" y="1501100"/>
            <a:ext cx="385800" cy="385800"/>
          </a:xfrm>
          <a:prstGeom prst="ellipse">
            <a:avLst/>
          </a:prstGeom>
          <a:gradFill>
            <a:gsLst>
              <a:gs pos="0">
                <a:schemeClr val="lt2"/>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4"/>
          <p:cNvSpPr/>
          <p:nvPr/>
        </p:nvSpPr>
        <p:spPr>
          <a:xfrm>
            <a:off x="780750" y="2309613"/>
            <a:ext cx="2273100" cy="139200"/>
          </a:xfrm>
          <a:prstGeom prst="roundRect">
            <a:avLst>
              <a:gd name="adj" fmla="val 50000"/>
            </a:avLst>
          </a:prstGeom>
          <a:gradFill>
            <a:gsLst>
              <a:gs pos="0">
                <a:schemeClr val="lt1"/>
              </a:gs>
              <a:gs pos="60000">
                <a:schemeClr val="accent3"/>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4"/>
          <p:cNvSpPr txBox="1">
            <a:spLocks noGrp="1"/>
          </p:cNvSpPr>
          <p:nvPr>
            <p:ph type="title" idx="3"/>
          </p:nvPr>
        </p:nvSpPr>
        <p:spPr>
          <a:xfrm>
            <a:off x="1321950" y="2692620"/>
            <a:ext cx="6500100" cy="7137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en-US" dirty="0"/>
              <a:t>Flowchart</a:t>
            </a: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3"/>
        <p:cNvGrpSpPr/>
        <p:nvPr/>
      </p:nvGrpSpPr>
      <p:grpSpPr>
        <a:xfrm>
          <a:off x="0" y="0"/>
          <a:ext cx="0" cy="0"/>
          <a:chOff x="0" y="0"/>
          <a:chExt cx="0" cy="0"/>
        </a:xfrm>
      </p:grpSpPr>
      <p:pic>
        <p:nvPicPr>
          <p:cNvPr id="1335" name="Google Shape;1335;p60"/>
          <p:cNvPicPr preferRelativeResize="0"/>
          <p:nvPr/>
        </p:nvPicPr>
        <p:blipFill>
          <a:blip r:embed="rId3">
            <a:alphaModFix/>
          </a:blip>
          <a:stretch>
            <a:fillRect/>
          </a:stretch>
        </p:blipFill>
        <p:spPr>
          <a:xfrm>
            <a:off x="5698383" y="152399"/>
            <a:ext cx="3225014" cy="4838702"/>
          </a:xfrm>
          <a:prstGeom prst="rect">
            <a:avLst/>
          </a:prstGeom>
          <a:noFill/>
          <a:ln>
            <a:noFill/>
          </a:ln>
        </p:spPr>
      </p:pic>
      <p:sp>
        <p:nvSpPr>
          <p:cNvPr id="1336" name="Google Shape;1336;p60"/>
          <p:cNvSpPr/>
          <p:nvPr/>
        </p:nvSpPr>
        <p:spPr>
          <a:xfrm>
            <a:off x="1751296" y="4686274"/>
            <a:ext cx="385800" cy="385800"/>
          </a:xfrm>
          <a:prstGeom prst="ellipse">
            <a:avLst/>
          </a:prstGeom>
          <a:gradFill>
            <a:gsLst>
              <a:gs pos="0">
                <a:schemeClr val="accent2"/>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 name="Picture 3">
            <a:extLst>
              <a:ext uri="{FF2B5EF4-FFF2-40B4-BE49-F238E27FC236}">
                <a16:creationId xmlns:a16="http://schemas.microsoft.com/office/drawing/2014/main" id="{1321A8A6-57AC-4B91-B8B9-263BD42FA29B}"/>
              </a:ext>
            </a:extLst>
          </p:cNvPr>
          <p:cNvPicPr>
            <a:picLocks noChangeAspect="1"/>
          </p:cNvPicPr>
          <p:nvPr/>
        </p:nvPicPr>
        <p:blipFill>
          <a:blip r:embed="rId4"/>
          <a:stretch>
            <a:fillRect/>
          </a:stretch>
        </p:blipFill>
        <p:spPr>
          <a:xfrm>
            <a:off x="653143" y="424556"/>
            <a:ext cx="4933149" cy="4294388"/>
          </a:xfrm>
          <a:prstGeom prst="snip2Same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8"/>
        <p:cNvGrpSpPr/>
        <p:nvPr/>
      </p:nvGrpSpPr>
      <p:grpSpPr>
        <a:xfrm>
          <a:off x="0" y="0"/>
          <a:ext cx="0" cy="0"/>
          <a:chOff x="0" y="0"/>
          <a:chExt cx="0" cy="0"/>
        </a:xfrm>
      </p:grpSpPr>
      <p:sp>
        <p:nvSpPr>
          <p:cNvPr id="1399" name="Google Shape;1399;p64"/>
          <p:cNvSpPr txBox="1">
            <a:spLocks noGrp="1"/>
          </p:cNvSpPr>
          <p:nvPr>
            <p:ph type="title"/>
          </p:nvPr>
        </p:nvSpPr>
        <p:spPr>
          <a:xfrm>
            <a:off x="713100" y="539400"/>
            <a:ext cx="7717800" cy="5559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en-US" dirty="0"/>
              <a:t>Expected output</a:t>
            </a:r>
            <a:endParaRPr dirty="0"/>
          </a:p>
        </p:txBody>
      </p:sp>
      <p:sp>
        <p:nvSpPr>
          <p:cNvPr id="1400" name="Google Shape;1400;p64"/>
          <p:cNvSpPr txBox="1">
            <a:spLocks noGrp="1"/>
          </p:cNvSpPr>
          <p:nvPr>
            <p:ph type="subTitle" idx="1"/>
          </p:nvPr>
        </p:nvSpPr>
        <p:spPr>
          <a:xfrm>
            <a:off x="717700" y="1265325"/>
            <a:ext cx="5007900" cy="3258300"/>
          </a:xfrm>
          <a:prstGeom prst="rect">
            <a:avLst/>
          </a:prstGeom>
        </p:spPr>
        <p:txBody>
          <a:bodyPr spcFirstLastPara="1" wrap="square" lIns="91425" tIns="0" rIns="91425" bIns="91425" anchor="t" anchorCtr="0">
            <a:noAutofit/>
          </a:bodyPr>
          <a:lstStyle/>
          <a:p>
            <a:pPr marL="139700" indent="0">
              <a:buNone/>
            </a:pPr>
            <a:r>
              <a:rPr lang="en-US" sz="2400" b="1" dirty="0"/>
              <a:t>           Welcome To The Game</a:t>
            </a:r>
            <a:endParaRPr lang="en-US" sz="2400" dirty="0"/>
          </a:p>
          <a:p>
            <a:pPr marL="139700" indent="0">
              <a:buNone/>
            </a:pPr>
            <a:r>
              <a:rPr lang="en-US" sz="2000" b="1" dirty="0"/>
              <a:t>         BECOME A RICH PERSON!!!!!!!!!!!!!</a:t>
            </a:r>
          </a:p>
          <a:p>
            <a:pPr lvl="0"/>
            <a:r>
              <a:rPr lang="en-US" sz="2400" b="1" dirty="0"/>
              <a:t>&gt; Press S to start the game.</a:t>
            </a:r>
            <a:endParaRPr lang="en-US" sz="2400" dirty="0"/>
          </a:p>
          <a:p>
            <a:pPr lvl="0"/>
            <a:r>
              <a:rPr lang="en-US" sz="2400" b="1" dirty="0"/>
              <a:t>&gt; Press V to view the highest score.</a:t>
            </a:r>
            <a:endParaRPr lang="en-US" sz="2400" dirty="0"/>
          </a:p>
          <a:p>
            <a:pPr lvl="0"/>
            <a:r>
              <a:rPr lang="en-US" sz="2400" b="1" dirty="0"/>
              <a:t>&gt; Press R to reset score.</a:t>
            </a:r>
            <a:endParaRPr lang="en-US" sz="2400" dirty="0"/>
          </a:p>
          <a:p>
            <a:pPr lvl="0"/>
            <a:r>
              <a:rPr lang="en-US" sz="2400" b="1" dirty="0"/>
              <a:t>&gt; Press H for help.</a:t>
            </a:r>
            <a:endParaRPr lang="en-US" sz="2400" dirty="0"/>
          </a:p>
          <a:p>
            <a:r>
              <a:rPr lang="en-US" sz="2400" b="1" dirty="0"/>
              <a:t>&gt; Press Q to quit.</a:t>
            </a:r>
            <a:endParaRPr sz="2400" dirty="0"/>
          </a:p>
        </p:txBody>
      </p:sp>
      <p:sp>
        <p:nvSpPr>
          <p:cNvPr id="1401" name="Google Shape;1401;p64"/>
          <p:cNvSpPr txBox="1">
            <a:spLocks noGrp="1"/>
          </p:cNvSpPr>
          <p:nvPr>
            <p:ph type="title" idx="2"/>
          </p:nvPr>
        </p:nvSpPr>
        <p:spPr>
          <a:xfrm>
            <a:off x="713100" y="529851"/>
            <a:ext cx="7717800" cy="5559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en-US" dirty="0"/>
              <a:t>Expected output</a:t>
            </a:r>
            <a:endParaRPr dirty="0"/>
          </a:p>
        </p:txBody>
      </p:sp>
      <p:grpSp>
        <p:nvGrpSpPr>
          <p:cNvPr id="1402" name="Google Shape;1402;p64"/>
          <p:cNvGrpSpPr/>
          <p:nvPr/>
        </p:nvGrpSpPr>
        <p:grpSpPr>
          <a:xfrm>
            <a:off x="5908998" y="2493271"/>
            <a:ext cx="754989" cy="754497"/>
            <a:chOff x="2489720" y="3861978"/>
            <a:chExt cx="383165" cy="382916"/>
          </a:xfrm>
        </p:grpSpPr>
        <p:sp>
          <p:nvSpPr>
            <p:cNvPr id="1403" name="Google Shape;1403;p64"/>
            <p:cNvSpPr/>
            <p:nvPr/>
          </p:nvSpPr>
          <p:spPr>
            <a:xfrm>
              <a:off x="2489720" y="3861978"/>
              <a:ext cx="383165" cy="382916"/>
            </a:xfrm>
            <a:custGeom>
              <a:avLst/>
              <a:gdLst/>
              <a:ahLst/>
              <a:cxnLst/>
              <a:rect l="l" t="t" r="r" b="b"/>
              <a:pathLst>
                <a:path w="21505" h="21491" extrusionOk="0">
                  <a:moveTo>
                    <a:pt x="1438" y="1"/>
                  </a:moveTo>
                  <a:cubicBezTo>
                    <a:pt x="654" y="1"/>
                    <a:pt x="1" y="641"/>
                    <a:pt x="1" y="1424"/>
                  </a:cubicBezTo>
                  <a:lnTo>
                    <a:pt x="1" y="20054"/>
                  </a:lnTo>
                  <a:cubicBezTo>
                    <a:pt x="1" y="20851"/>
                    <a:pt x="654" y="21491"/>
                    <a:pt x="1438" y="21491"/>
                  </a:cubicBezTo>
                  <a:lnTo>
                    <a:pt x="11302" y="21491"/>
                  </a:lnTo>
                  <a:cubicBezTo>
                    <a:pt x="13235" y="21491"/>
                    <a:pt x="14098" y="21139"/>
                    <a:pt x="14476" y="20512"/>
                  </a:cubicBezTo>
                  <a:cubicBezTo>
                    <a:pt x="14737" y="20067"/>
                    <a:pt x="20865" y="10047"/>
                    <a:pt x="21205" y="9498"/>
                  </a:cubicBezTo>
                  <a:cubicBezTo>
                    <a:pt x="21452" y="9080"/>
                    <a:pt x="21505" y="8505"/>
                    <a:pt x="21505" y="7813"/>
                  </a:cubicBezTo>
                  <a:lnTo>
                    <a:pt x="21505" y="1424"/>
                  </a:lnTo>
                  <a:cubicBezTo>
                    <a:pt x="21505" y="641"/>
                    <a:pt x="20865" y="1"/>
                    <a:pt x="20067" y="1"/>
                  </a:cubicBez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64"/>
            <p:cNvSpPr/>
            <p:nvPr/>
          </p:nvSpPr>
          <p:spPr>
            <a:xfrm>
              <a:off x="2502635" y="3874668"/>
              <a:ext cx="357330" cy="357544"/>
            </a:xfrm>
            <a:custGeom>
              <a:avLst/>
              <a:gdLst/>
              <a:ahLst/>
              <a:cxnLst/>
              <a:rect l="l" t="t" r="r" b="b"/>
              <a:pathLst>
                <a:path w="20055" h="20067" extrusionOk="0">
                  <a:moveTo>
                    <a:pt x="720" y="0"/>
                  </a:moveTo>
                  <a:cubicBezTo>
                    <a:pt x="314" y="0"/>
                    <a:pt x="1" y="326"/>
                    <a:pt x="1" y="718"/>
                  </a:cubicBezTo>
                  <a:lnTo>
                    <a:pt x="1" y="19348"/>
                  </a:lnTo>
                  <a:cubicBezTo>
                    <a:pt x="1" y="19740"/>
                    <a:pt x="314" y="20067"/>
                    <a:pt x="720" y="20067"/>
                  </a:cubicBezTo>
                  <a:lnTo>
                    <a:pt x="11471" y="20067"/>
                  </a:lnTo>
                  <a:cubicBezTo>
                    <a:pt x="13640" y="20067"/>
                    <a:pt x="13810" y="19583"/>
                    <a:pt x="13915" y="19426"/>
                  </a:cubicBezTo>
                  <a:cubicBezTo>
                    <a:pt x="14058" y="19178"/>
                    <a:pt x="15364" y="15768"/>
                    <a:pt x="17207" y="12751"/>
                  </a:cubicBezTo>
                  <a:cubicBezTo>
                    <a:pt x="18552" y="10556"/>
                    <a:pt x="19715" y="9589"/>
                    <a:pt x="19858" y="9354"/>
                  </a:cubicBezTo>
                  <a:cubicBezTo>
                    <a:pt x="20029" y="9067"/>
                    <a:pt x="20055" y="8557"/>
                    <a:pt x="20055" y="8048"/>
                  </a:cubicBezTo>
                  <a:lnTo>
                    <a:pt x="20055" y="718"/>
                  </a:lnTo>
                  <a:cubicBezTo>
                    <a:pt x="20055" y="326"/>
                    <a:pt x="19728" y="0"/>
                    <a:pt x="193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64"/>
            <p:cNvSpPr/>
            <p:nvPr/>
          </p:nvSpPr>
          <p:spPr>
            <a:xfrm>
              <a:off x="2747619" y="4030636"/>
              <a:ext cx="119894" cy="196224"/>
            </a:xfrm>
            <a:custGeom>
              <a:avLst/>
              <a:gdLst/>
              <a:ahLst/>
              <a:cxnLst/>
              <a:rect l="l" t="t" r="r" b="b"/>
              <a:pathLst>
                <a:path w="6729" h="11013" extrusionOk="0">
                  <a:moveTo>
                    <a:pt x="6728" y="0"/>
                  </a:moveTo>
                  <a:lnTo>
                    <a:pt x="6651" y="127"/>
                  </a:lnTo>
                  <a:lnTo>
                    <a:pt x="6651" y="127"/>
                  </a:lnTo>
                  <a:cubicBezTo>
                    <a:pt x="6679" y="90"/>
                    <a:pt x="6704" y="52"/>
                    <a:pt x="6728" y="13"/>
                  </a:cubicBezTo>
                  <a:lnTo>
                    <a:pt x="6728" y="0"/>
                  </a:lnTo>
                  <a:close/>
                  <a:moveTo>
                    <a:pt x="6651" y="127"/>
                  </a:moveTo>
                  <a:cubicBezTo>
                    <a:pt x="6299" y="593"/>
                    <a:pt x="5622" y="863"/>
                    <a:pt x="4338" y="863"/>
                  </a:cubicBezTo>
                  <a:lnTo>
                    <a:pt x="1738" y="863"/>
                  </a:lnTo>
                  <a:cubicBezTo>
                    <a:pt x="941" y="863"/>
                    <a:pt x="301" y="1502"/>
                    <a:pt x="301" y="2300"/>
                  </a:cubicBezTo>
                  <a:lnTo>
                    <a:pt x="301" y="9302"/>
                  </a:lnTo>
                  <a:cubicBezTo>
                    <a:pt x="301" y="9994"/>
                    <a:pt x="262" y="10569"/>
                    <a:pt x="1" y="11013"/>
                  </a:cubicBezTo>
                  <a:lnTo>
                    <a:pt x="6651" y="127"/>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6" name="Google Shape;1406;p64"/>
          <p:cNvGrpSpPr/>
          <p:nvPr/>
        </p:nvGrpSpPr>
        <p:grpSpPr>
          <a:xfrm>
            <a:off x="5957127" y="1270101"/>
            <a:ext cx="834824" cy="901072"/>
            <a:chOff x="1550489" y="2040495"/>
            <a:chExt cx="423682" cy="457304"/>
          </a:xfrm>
        </p:grpSpPr>
        <p:sp>
          <p:nvSpPr>
            <p:cNvPr id="1407" name="Google Shape;1407;p64"/>
            <p:cNvSpPr/>
            <p:nvPr/>
          </p:nvSpPr>
          <p:spPr>
            <a:xfrm>
              <a:off x="1550489" y="2040495"/>
              <a:ext cx="423682" cy="457304"/>
            </a:xfrm>
            <a:custGeom>
              <a:avLst/>
              <a:gdLst/>
              <a:ahLst/>
              <a:cxnLst/>
              <a:rect l="l" t="t" r="r" b="b"/>
              <a:pathLst>
                <a:path w="23779" h="25666" extrusionOk="0">
                  <a:moveTo>
                    <a:pt x="13007" y="1"/>
                  </a:moveTo>
                  <a:cubicBezTo>
                    <a:pt x="12569" y="1"/>
                    <a:pt x="12131" y="167"/>
                    <a:pt x="11798" y="500"/>
                  </a:cubicBezTo>
                  <a:lnTo>
                    <a:pt x="667" y="11631"/>
                  </a:lnTo>
                  <a:cubicBezTo>
                    <a:pt x="1" y="12297"/>
                    <a:pt x="1" y="13369"/>
                    <a:pt x="667" y="14034"/>
                  </a:cubicBezTo>
                  <a:lnTo>
                    <a:pt x="11798" y="25165"/>
                  </a:lnTo>
                  <a:cubicBezTo>
                    <a:pt x="12131" y="25498"/>
                    <a:pt x="12569" y="25665"/>
                    <a:pt x="13007" y="25665"/>
                  </a:cubicBezTo>
                  <a:cubicBezTo>
                    <a:pt x="13444" y="25665"/>
                    <a:pt x="13882" y="25498"/>
                    <a:pt x="14215" y="25165"/>
                  </a:cubicBezTo>
                  <a:lnTo>
                    <a:pt x="18278" y="21103"/>
                  </a:lnTo>
                  <a:cubicBezTo>
                    <a:pt x="18591" y="20789"/>
                    <a:pt x="18814" y="20488"/>
                    <a:pt x="18945" y="20188"/>
                  </a:cubicBezTo>
                  <a:lnTo>
                    <a:pt x="23477" y="10991"/>
                  </a:lnTo>
                  <a:cubicBezTo>
                    <a:pt x="23778" y="10364"/>
                    <a:pt x="23582" y="9867"/>
                    <a:pt x="22824" y="9110"/>
                  </a:cubicBezTo>
                  <a:lnTo>
                    <a:pt x="14215" y="500"/>
                  </a:lnTo>
                  <a:cubicBezTo>
                    <a:pt x="13882" y="167"/>
                    <a:pt x="13444" y="1"/>
                    <a:pt x="13007" y="1"/>
                  </a:cubicBez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64"/>
            <p:cNvSpPr/>
            <p:nvPr/>
          </p:nvSpPr>
          <p:spPr>
            <a:xfrm>
              <a:off x="1568651" y="2055686"/>
              <a:ext cx="400163" cy="426925"/>
            </a:xfrm>
            <a:custGeom>
              <a:avLst/>
              <a:gdLst/>
              <a:ahLst/>
              <a:cxnLst/>
              <a:rect l="l" t="t" r="r" b="b"/>
              <a:pathLst>
                <a:path w="22459" h="23961" extrusionOk="0">
                  <a:moveTo>
                    <a:pt x="11981" y="0"/>
                  </a:moveTo>
                  <a:cubicBezTo>
                    <a:pt x="11759" y="0"/>
                    <a:pt x="11550" y="79"/>
                    <a:pt x="11380" y="249"/>
                  </a:cubicBezTo>
                  <a:lnTo>
                    <a:pt x="250" y="11380"/>
                  </a:lnTo>
                  <a:cubicBezTo>
                    <a:pt x="93" y="11537"/>
                    <a:pt x="1" y="11746"/>
                    <a:pt x="1" y="11981"/>
                  </a:cubicBezTo>
                  <a:cubicBezTo>
                    <a:pt x="1" y="12202"/>
                    <a:pt x="93" y="12411"/>
                    <a:pt x="250" y="12582"/>
                  </a:cubicBezTo>
                  <a:lnTo>
                    <a:pt x="11380" y="23712"/>
                  </a:lnTo>
                  <a:cubicBezTo>
                    <a:pt x="11550" y="23869"/>
                    <a:pt x="11759" y="23960"/>
                    <a:pt x="11981" y="23960"/>
                  </a:cubicBezTo>
                  <a:cubicBezTo>
                    <a:pt x="12216" y="23960"/>
                    <a:pt x="12425" y="23869"/>
                    <a:pt x="12582" y="23712"/>
                  </a:cubicBezTo>
                  <a:lnTo>
                    <a:pt x="17494" y="18800"/>
                  </a:lnTo>
                  <a:cubicBezTo>
                    <a:pt x="17794" y="18499"/>
                    <a:pt x="17925" y="18278"/>
                    <a:pt x="17977" y="18147"/>
                  </a:cubicBezTo>
                  <a:lnTo>
                    <a:pt x="17991" y="18133"/>
                  </a:lnTo>
                  <a:lnTo>
                    <a:pt x="22314" y="10399"/>
                  </a:lnTo>
                  <a:cubicBezTo>
                    <a:pt x="22393" y="10230"/>
                    <a:pt x="22459" y="10112"/>
                    <a:pt x="21832" y="9485"/>
                  </a:cubicBezTo>
                  <a:lnTo>
                    <a:pt x="12582" y="249"/>
                  </a:lnTo>
                  <a:cubicBezTo>
                    <a:pt x="12425" y="79"/>
                    <a:pt x="12216" y="0"/>
                    <a:pt x="119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64"/>
            <p:cNvSpPr/>
            <p:nvPr/>
          </p:nvSpPr>
          <p:spPr>
            <a:xfrm>
              <a:off x="1870984" y="2230380"/>
              <a:ext cx="100794" cy="163885"/>
            </a:xfrm>
            <a:custGeom>
              <a:avLst/>
              <a:gdLst/>
              <a:ahLst/>
              <a:cxnLst/>
              <a:rect l="l" t="t" r="r" b="b"/>
              <a:pathLst>
                <a:path w="5657" h="9198" extrusionOk="0">
                  <a:moveTo>
                    <a:pt x="5657" y="0"/>
                  </a:moveTo>
                  <a:lnTo>
                    <a:pt x="5657" y="0"/>
                  </a:lnTo>
                  <a:cubicBezTo>
                    <a:pt x="5396" y="523"/>
                    <a:pt x="4808" y="1124"/>
                    <a:pt x="3894" y="2038"/>
                  </a:cubicBezTo>
                  <a:lnTo>
                    <a:pt x="666" y="5264"/>
                  </a:lnTo>
                  <a:cubicBezTo>
                    <a:pt x="1" y="5931"/>
                    <a:pt x="1" y="7015"/>
                    <a:pt x="666" y="7668"/>
                  </a:cubicBezTo>
                  <a:lnTo>
                    <a:pt x="941" y="7956"/>
                  </a:lnTo>
                  <a:cubicBezTo>
                    <a:pt x="1293" y="8309"/>
                    <a:pt x="1333" y="8740"/>
                    <a:pt x="1137" y="9197"/>
                  </a:cubicBezTo>
                  <a:lnTo>
                    <a:pt x="5657"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0" name="Google Shape;1410;p64"/>
          <p:cNvGrpSpPr/>
          <p:nvPr/>
        </p:nvGrpSpPr>
        <p:grpSpPr>
          <a:xfrm>
            <a:off x="7021159" y="1285946"/>
            <a:ext cx="808669" cy="869440"/>
            <a:chOff x="1550503" y="2843989"/>
            <a:chExt cx="410408" cy="441250"/>
          </a:xfrm>
        </p:grpSpPr>
        <p:sp>
          <p:nvSpPr>
            <p:cNvPr id="1411" name="Google Shape;1411;p64"/>
            <p:cNvSpPr/>
            <p:nvPr/>
          </p:nvSpPr>
          <p:spPr>
            <a:xfrm>
              <a:off x="1550503" y="2843989"/>
              <a:ext cx="410408" cy="441250"/>
            </a:xfrm>
            <a:custGeom>
              <a:avLst/>
              <a:gdLst/>
              <a:ahLst/>
              <a:cxnLst/>
              <a:rect l="l" t="t" r="r" b="b"/>
              <a:pathLst>
                <a:path w="23034" h="24765" extrusionOk="0">
                  <a:moveTo>
                    <a:pt x="11510" y="0"/>
                  </a:moveTo>
                  <a:cubicBezTo>
                    <a:pt x="11239" y="0"/>
                    <a:pt x="10968" y="72"/>
                    <a:pt x="10727" y="216"/>
                  </a:cubicBezTo>
                  <a:lnTo>
                    <a:pt x="785" y="5952"/>
                  </a:lnTo>
                  <a:cubicBezTo>
                    <a:pt x="288" y="6239"/>
                    <a:pt x="1" y="6762"/>
                    <a:pt x="1" y="7310"/>
                  </a:cubicBezTo>
                  <a:lnTo>
                    <a:pt x="1" y="18807"/>
                  </a:lnTo>
                  <a:cubicBezTo>
                    <a:pt x="1" y="19368"/>
                    <a:pt x="288" y="19878"/>
                    <a:pt x="785" y="20166"/>
                  </a:cubicBezTo>
                  <a:lnTo>
                    <a:pt x="8088" y="24385"/>
                  </a:lnTo>
                  <a:cubicBezTo>
                    <a:pt x="8538" y="24643"/>
                    <a:pt x="8915" y="24764"/>
                    <a:pt x="9229" y="24764"/>
                  </a:cubicBezTo>
                  <a:cubicBezTo>
                    <a:pt x="9535" y="24764"/>
                    <a:pt x="9782" y="24650"/>
                    <a:pt x="9982" y="24437"/>
                  </a:cubicBezTo>
                  <a:lnTo>
                    <a:pt x="22746" y="12066"/>
                  </a:lnTo>
                  <a:cubicBezTo>
                    <a:pt x="22955" y="11869"/>
                    <a:pt x="23033" y="11242"/>
                    <a:pt x="23033" y="9793"/>
                  </a:cubicBezTo>
                  <a:lnTo>
                    <a:pt x="23033" y="7310"/>
                  </a:lnTo>
                  <a:cubicBezTo>
                    <a:pt x="23033" y="6762"/>
                    <a:pt x="22732" y="6239"/>
                    <a:pt x="22249" y="5952"/>
                  </a:cubicBezTo>
                  <a:lnTo>
                    <a:pt x="12295" y="216"/>
                  </a:lnTo>
                  <a:cubicBezTo>
                    <a:pt x="12053" y="72"/>
                    <a:pt x="11781" y="0"/>
                    <a:pt x="11510" y="0"/>
                  </a:cubicBez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64"/>
            <p:cNvSpPr/>
            <p:nvPr/>
          </p:nvSpPr>
          <p:spPr>
            <a:xfrm>
              <a:off x="1564475" y="2855236"/>
              <a:ext cx="382453" cy="418783"/>
            </a:xfrm>
            <a:custGeom>
              <a:avLst/>
              <a:gdLst/>
              <a:ahLst/>
              <a:cxnLst/>
              <a:rect l="l" t="t" r="r" b="b"/>
              <a:pathLst>
                <a:path w="21465" h="23504" extrusionOk="0">
                  <a:moveTo>
                    <a:pt x="10739" y="1"/>
                  </a:moveTo>
                  <a:cubicBezTo>
                    <a:pt x="10595" y="1"/>
                    <a:pt x="10464" y="27"/>
                    <a:pt x="10347" y="105"/>
                  </a:cubicBezTo>
                  <a:lnTo>
                    <a:pt x="392" y="5841"/>
                  </a:lnTo>
                  <a:cubicBezTo>
                    <a:pt x="143" y="5984"/>
                    <a:pt x="0" y="6246"/>
                    <a:pt x="0" y="6520"/>
                  </a:cubicBezTo>
                  <a:lnTo>
                    <a:pt x="0" y="18017"/>
                  </a:lnTo>
                  <a:cubicBezTo>
                    <a:pt x="0" y="18291"/>
                    <a:pt x="143" y="18552"/>
                    <a:pt x="392" y="18696"/>
                  </a:cubicBezTo>
                  <a:lnTo>
                    <a:pt x="7695" y="22903"/>
                  </a:lnTo>
                  <a:cubicBezTo>
                    <a:pt x="8113" y="23151"/>
                    <a:pt x="9001" y="23504"/>
                    <a:pt x="9105" y="23504"/>
                  </a:cubicBezTo>
                  <a:cubicBezTo>
                    <a:pt x="9184" y="23504"/>
                    <a:pt x="9236" y="23478"/>
                    <a:pt x="9288" y="23426"/>
                  </a:cubicBezTo>
                  <a:lnTo>
                    <a:pt x="9302" y="23412"/>
                  </a:lnTo>
                  <a:lnTo>
                    <a:pt x="21360" y="11393"/>
                  </a:lnTo>
                  <a:cubicBezTo>
                    <a:pt x="21412" y="11250"/>
                    <a:pt x="21464" y="10205"/>
                    <a:pt x="21464" y="9003"/>
                  </a:cubicBezTo>
                  <a:lnTo>
                    <a:pt x="21464" y="6520"/>
                  </a:lnTo>
                  <a:cubicBezTo>
                    <a:pt x="21464" y="6246"/>
                    <a:pt x="21321" y="5984"/>
                    <a:pt x="21072" y="5841"/>
                  </a:cubicBezTo>
                  <a:lnTo>
                    <a:pt x="11131" y="105"/>
                  </a:lnTo>
                  <a:cubicBezTo>
                    <a:pt x="11000" y="27"/>
                    <a:pt x="10870" y="1"/>
                    <a:pt x="107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64"/>
            <p:cNvSpPr/>
            <p:nvPr/>
          </p:nvSpPr>
          <p:spPr>
            <a:xfrm>
              <a:off x="1727272" y="3060133"/>
              <a:ext cx="227654" cy="220438"/>
            </a:xfrm>
            <a:custGeom>
              <a:avLst/>
              <a:gdLst/>
              <a:ahLst/>
              <a:cxnLst/>
              <a:rect l="l" t="t" r="r" b="b"/>
              <a:pathLst>
                <a:path w="12777" h="12372" extrusionOk="0">
                  <a:moveTo>
                    <a:pt x="12764" y="1"/>
                  </a:moveTo>
                  <a:cubicBezTo>
                    <a:pt x="12710" y="55"/>
                    <a:pt x="12649" y="78"/>
                    <a:pt x="12573" y="78"/>
                  </a:cubicBezTo>
                  <a:cubicBezTo>
                    <a:pt x="12539" y="78"/>
                    <a:pt x="12503" y="73"/>
                    <a:pt x="12463" y="66"/>
                  </a:cubicBezTo>
                  <a:cubicBezTo>
                    <a:pt x="12314" y="37"/>
                    <a:pt x="12161" y="20"/>
                    <a:pt x="12012" y="20"/>
                  </a:cubicBezTo>
                  <a:cubicBezTo>
                    <a:pt x="11758" y="20"/>
                    <a:pt x="11516" y="68"/>
                    <a:pt x="11327" y="184"/>
                  </a:cubicBezTo>
                  <a:lnTo>
                    <a:pt x="1581" y="6036"/>
                  </a:lnTo>
                  <a:cubicBezTo>
                    <a:pt x="1097" y="6310"/>
                    <a:pt x="797" y="6833"/>
                    <a:pt x="797" y="7395"/>
                  </a:cubicBezTo>
                  <a:lnTo>
                    <a:pt x="797" y="7865"/>
                  </a:lnTo>
                  <a:cubicBezTo>
                    <a:pt x="797" y="9968"/>
                    <a:pt x="653" y="11680"/>
                    <a:pt x="0" y="12372"/>
                  </a:cubicBezTo>
                  <a:lnTo>
                    <a:pt x="12777" y="1"/>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4" name="Google Shape;1414;p64"/>
          <p:cNvGrpSpPr/>
          <p:nvPr/>
        </p:nvGrpSpPr>
        <p:grpSpPr>
          <a:xfrm>
            <a:off x="5909024" y="3569701"/>
            <a:ext cx="931089" cy="857749"/>
            <a:chOff x="3565844" y="812433"/>
            <a:chExt cx="472538" cy="435317"/>
          </a:xfrm>
        </p:grpSpPr>
        <p:sp>
          <p:nvSpPr>
            <p:cNvPr id="1415" name="Google Shape;1415;p64"/>
            <p:cNvSpPr/>
            <p:nvPr/>
          </p:nvSpPr>
          <p:spPr>
            <a:xfrm>
              <a:off x="3565844" y="812433"/>
              <a:ext cx="472538" cy="435317"/>
            </a:xfrm>
            <a:custGeom>
              <a:avLst/>
              <a:gdLst/>
              <a:ahLst/>
              <a:cxnLst/>
              <a:rect l="l" t="t" r="r" b="b"/>
              <a:pathLst>
                <a:path w="26521" h="24432" extrusionOk="0">
                  <a:moveTo>
                    <a:pt x="8545" y="1"/>
                  </a:moveTo>
                  <a:cubicBezTo>
                    <a:pt x="8113" y="1"/>
                    <a:pt x="7455" y="258"/>
                    <a:pt x="6454" y="890"/>
                  </a:cubicBezTo>
                  <a:lnTo>
                    <a:pt x="6506" y="851"/>
                  </a:lnTo>
                  <a:lnTo>
                    <a:pt x="6506" y="851"/>
                  </a:lnTo>
                  <a:cubicBezTo>
                    <a:pt x="2613" y="3177"/>
                    <a:pt x="0" y="7435"/>
                    <a:pt x="0" y="12308"/>
                  </a:cubicBezTo>
                  <a:cubicBezTo>
                    <a:pt x="0" y="19664"/>
                    <a:pt x="5970" y="24431"/>
                    <a:pt x="13338" y="24431"/>
                  </a:cubicBezTo>
                  <a:cubicBezTo>
                    <a:pt x="19008" y="24431"/>
                    <a:pt x="23855" y="21649"/>
                    <a:pt x="25789" y="16959"/>
                  </a:cubicBezTo>
                  <a:cubicBezTo>
                    <a:pt x="25998" y="16436"/>
                    <a:pt x="26155" y="15887"/>
                    <a:pt x="26272" y="15339"/>
                  </a:cubicBezTo>
                  <a:cubicBezTo>
                    <a:pt x="26481" y="14386"/>
                    <a:pt x="26520" y="13823"/>
                    <a:pt x="26219" y="13550"/>
                  </a:cubicBezTo>
                  <a:lnTo>
                    <a:pt x="26181" y="13523"/>
                  </a:lnTo>
                  <a:lnTo>
                    <a:pt x="9001" y="146"/>
                  </a:lnTo>
                  <a:cubicBezTo>
                    <a:pt x="8888" y="53"/>
                    <a:pt x="8739" y="1"/>
                    <a:pt x="8545" y="1"/>
                  </a:cubicBez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64"/>
            <p:cNvSpPr/>
            <p:nvPr/>
          </p:nvSpPr>
          <p:spPr>
            <a:xfrm>
              <a:off x="3580615" y="823970"/>
              <a:ext cx="442997" cy="412243"/>
            </a:xfrm>
            <a:custGeom>
              <a:avLst/>
              <a:gdLst/>
              <a:ahLst/>
              <a:cxnLst/>
              <a:rect l="l" t="t" r="r" b="b"/>
              <a:pathLst>
                <a:path w="24863" h="23137" extrusionOk="0">
                  <a:moveTo>
                    <a:pt x="8414" y="0"/>
                  </a:moveTo>
                  <a:cubicBezTo>
                    <a:pt x="8283" y="0"/>
                    <a:pt x="7173" y="366"/>
                    <a:pt x="6102" y="1032"/>
                  </a:cubicBezTo>
                  <a:lnTo>
                    <a:pt x="6115" y="1045"/>
                  </a:lnTo>
                  <a:cubicBezTo>
                    <a:pt x="2340" y="3293"/>
                    <a:pt x="1" y="7421"/>
                    <a:pt x="1" y="11810"/>
                  </a:cubicBezTo>
                  <a:cubicBezTo>
                    <a:pt x="1" y="15103"/>
                    <a:pt x="1255" y="17951"/>
                    <a:pt x="3632" y="20027"/>
                  </a:cubicBezTo>
                  <a:cubicBezTo>
                    <a:pt x="5919" y="22027"/>
                    <a:pt x="9081" y="23136"/>
                    <a:pt x="12530" y="23136"/>
                  </a:cubicBezTo>
                  <a:cubicBezTo>
                    <a:pt x="17990" y="23136"/>
                    <a:pt x="22471" y="20459"/>
                    <a:pt x="24235" y="16160"/>
                  </a:cubicBezTo>
                  <a:cubicBezTo>
                    <a:pt x="24418" y="15716"/>
                    <a:pt x="24575" y="15207"/>
                    <a:pt x="24692" y="14671"/>
                  </a:cubicBezTo>
                  <a:cubicBezTo>
                    <a:pt x="24836" y="13992"/>
                    <a:pt x="24862" y="12725"/>
                    <a:pt x="24848" y="12620"/>
                  </a:cubicBezTo>
                  <a:lnTo>
                    <a:pt x="841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64"/>
            <p:cNvSpPr/>
            <p:nvPr/>
          </p:nvSpPr>
          <p:spPr>
            <a:xfrm>
              <a:off x="3724198" y="812434"/>
              <a:ext cx="307049" cy="239538"/>
            </a:xfrm>
            <a:custGeom>
              <a:avLst/>
              <a:gdLst/>
              <a:ahLst/>
              <a:cxnLst/>
              <a:rect l="l" t="t" r="r" b="b"/>
              <a:pathLst>
                <a:path w="17233" h="13444" extrusionOk="0">
                  <a:moveTo>
                    <a:pt x="17118" y="13319"/>
                  </a:moveTo>
                  <a:lnTo>
                    <a:pt x="17193" y="13378"/>
                  </a:lnTo>
                  <a:lnTo>
                    <a:pt x="17233" y="13404"/>
                  </a:lnTo>
                  <a:cubicBezTo>
                    <a:pt x="17199" y="13372"/>
                    <a:pt x="17160" y="13344"/>
                    <a:pt x="17118" y="13319"/>
                  </a:cubicBezTo>
                  <a:close/>
                  <a:moveTo>
                    <a:pt x="1" y="0"/>
                  </a:moveTo>
                  <a:cubicBezTo>
                    <a:pt x="223" y="183"/>
                    <a:pt x="302" y="536"/>
                    <a:pt x="314" y="967"/>
                  </a:cubicBezTo>
                  <a:cubicBezTo>
                    <a:pt x="758" y="7930"/>
                    <a:pt x="6546" y="13444"/>
                    <a:pt x="13613" y="13444"/>
                  </a:cubicBezTo>
                  <a:cubicBezTo>
                    <a:pt x="14423" y="13444"/>
                    <a:pt x="15221" y="13365"/>
                    <a:pt x="15991" y="13221"/>
                  </a:cubicBezTo>
                  <a:cubicBezTo>
                    <a:pt x="16171" y="13202"/>
                    <a:pt x="16331" y="13192"/>
                    <a:pt x="16474" y="13192"/>
                  </a:cubicBezTo>
                  <a:cubicBezTo>
                    <a:pt x="16753" y="13192"/>
                    <a:pt x="16963" y="13231"/>
                    <a:pt x="17118" y="13319"/>
                  </a:cubicBezTo>
                  <a:lnTo>
                    <a:pt x="17118" y="13319"/>
                  </a:lnTo>
                  <a:lnTo>
                    <a:pt x="1"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8" name="Google Shape;1418;p64"/>
          <p:cNvGrpSpPr/>
          <p:nvPr/>
        </p:nvGrpSpPr>
        <p:grpSpPr>
          <a:xfrm>
            <a:off x="6999186" y="2492958"/>
            <a:ext cx="754877" cy="753604"/>
            <a:chOff x="3290925" y="3692555"/>
            <a:chExt cx="519923" cy="519011"/>
          </a:xfrm>
        </p:grpSpPr>
        <p:sp>
          <p:nvSpPr>
            <p:cNvPr id="1419" name="Google Shape;1419;p64"/>
            <p:cNvSpPr/>
            <p:nvPr/>
          </p:nvSpPr>
          <p:spPr>
            <a:xfrm>
              <a:off x="3290925" y="3692555"/>
              <a:ext cx="519923" cy="519011"/>
            </a:xfrm>
            <a:custGeom>
              <a:avLst/>
              <a:gdLst/>
              <a:ahLst/>
              <a:cxnLst/>
              <a:rect l="l" t="t" r="r" b="b"/>
              <a:pathLst>
                <a:path w="30193" h="30140" extrusionOk="0">
                  <a:moveTo>
                    <a:pt x="28170" y="1"/>
                  </a:moveTo>
                  <a:cubicBezTo>
                    <a:pt x="27978" y="1"/>
                    <a:pt x="27787" y="30"/>
                    <a:pt x="27606" y="92"/>
                  </a:cubicBezTo>
                  <a:lnTo>
                    <a:pt x="27488" y="132"/>
                  </a:lnTo>
                  <a:cubicBezTo>
                    <a:pt x="27449" y="144"/>
                    <a:pt x="27397" y="158"/>
                    <a:pt x="27357" y="170"/>
                  </a:cubicBezTo>
                  <a:lnTo>
                    <a:pt x="4169" y="9054"/>
                  </a:lnTo>
                  <a:cubicBezTo>
                    <a:pt x="1582" y="10021"/>
                    <a:pt x="1" y="11628"/>
                    <a:pt x="1" y="14306"/>
                  </a:cubicBezTo>
                  <a:lnTo>
                    <a:pt x="1" y="27932"/>
                  </a:lnTo>
                  <a:cubicBezTo>
                    <a:pt x="1" y="29147"/>
                    <a:pt x="981" y="30140"/>
                    <a:pt x="2196" y="30140"/>
                  </a:cubicBezTo>
                  <a:lnTo>
                    <a:pt x="27998" y="30140"/>
                  </a:lnTo>
                  <a:cubicBezTo>
                    <a:pt x="29212" y="30140"/>
                    <a:pt x="30192" y="29147"/>
                    <a:pt x="30192" y="27932"/>
                  </a:cubicBezTo>
                  <a:lnTo>
                    <a:pt x="30192" y="4220"/>
                  </a:lnTo>
                  <a:lnTo>
                    <a:pt x="30192" y="2052"/>
                  </a:lnTo>
                  <a:cubicBezTo>
                    <a:pt x="30192" y="784"/>
                    <a:pt x="29158" y="1"/>
                    <a:pt x="28170" y="1"/>
                  </a:cubicBez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64"/>
            <p:cNvSpPr/>
            <p:nvPr/>
          </p:nvSpPr>
          <p:spPr>
            <a:xfrm>
              <a:off x="3309834" y="3711568"/>
              <a:ext cx="482108" cy="480989"/>
            </a:xfrm>
            <a:custGeom>
              <a:avLst/>
              <a:gdLst/>
              <a:ahLst/>
              <a:cxnLst/>
              <a:rect l="l" t="t" r="r" b="b"/>
              <a:pathLst>
                <a:path w="27997" h="27932" extrusionOk="0">
                  <a:moveTo>
                    <a:pt x="27070" y="1"/>
                  </a:moveTo>
                  <a:cubicBezTo>
                    <a:pt x="25894" y="1"/>
                    <a:pt x="25462" y="79"/>
                    <a:pt x="24718" y="171"/>
                  </a:cubicBezTo>
                  <a:cubicBezTo>
                    <a:pt x="24666" y="183"/>
                    <a:pt x="24626" y="210"/>
                    <a:pt x="24561" y="223"/>
                  </a:cubicBezTo>
                  <a:cubicBezTo>
                    <a:pt x="24535" y="223"/>
                    <a:pt x="24483" y="249"/>
                    <a:pt x="24483" y="249"/>
                  </a:cubicBezTo>
                  <a:lnTo>
                    <a:pt x="7094" y="6598"/>
                  </a:lnTo>
                  <a:lnTo>
                    <a:pt x="3450" y="7865"/>
                  </a:lnTo>
                  <a:cubicBezTo>
                    <a:pt x="1059" y="8754"/>
                    <a:pt x="1" y="11171"/>
                    <a:pt x="1" y="13209"/>
                  </a:cubicBezTo>
                  <a:lnTo>
                    <a:pt x="1" y="26834"/>
                  </a:lnTo>
                  <a:cubicBezTo>
                    <a:pt x="1" y="27435"/>
                    <a:pt x="484" y="27932"/>
                    <a:pt x="1098" y="27932"/>
                  </a:cubicBezTo>
                  <a:lnTo>
                    <a:pt x="26899" y="27932"/>
                  </a:lnTo>
                  <a:cubicBezTo>
                    <a:pt x="27500" y="27932"/>
                    <a:pt x="27997" y="27435"/>
                    <a:pt x="27997" y="26834"/>
                  </a:cubicBezTo>
                  <a:lnTo>
                    <a:pt x="27997" y="955"/>
                  </a:lnTo>
                  <a:cubicBezTo>
                    <a:pt x="27997" y="288"/>
                    <a:pt x="27448" y="1"/>
                    <a:pt x="270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64"/>
            <p:cNvSpPr/>
            <p:nvPr/>
          </p:nvSpPr>
          <p:spPr>
            <a:xfrm>
              <a:off x="3333718" y="3706000"/>
              <a:ext cx="399332" cy="153000"/>
            </a:xfrm>
            <a:custGeom>
              <a:avLst/>
              <a:gdLst/>
              <a:ahLst/>
              <a:cxnLst/>
              <a:rect l="l" t="t" r="r" b="b"/>
              <a:pathLst>
                <a:path w="23190" h="8885" extrusionOk="0">
                  <a:moveTo>
                    <a:pt x="23190" y="0"/>
                  </a:moveTo>
                  <a:cubicBezTo>
                    <a:pt x="23125" y="23"/>
                    <a:pt x="23063" y="47"/>
                    <a:pt x="23003" y="72"/>
                  </a:cubicBezTo>
                  <a:lnTo>
                    <a:pt x="23003" y="72"/>
                  </a:lnTo>
                  <a:lnTo>
                    <a:pt x="23190" y="0"/>
                  </a:lnTo>
                  <a:close/>
                  <a:moveTo>
                    <a:pt x="23003" y="72"/>
                  </a:moveTo>
                  <a:lnTo>
                    <a:pt x="0" y="8884"/>
                  </a:lnTo>
                  <a:cubicBezTo>
                    <a:pt x="3722" y="7506"/>
                    <a:pt x="9528" y="7460"/>
                    <a:pt x="15716" y="7460"/>
                  </a:cubicBezTo>
                  <a:cubicBezTo>
                    <a:pt x="16154" y="7460"/>
                    <a:pt x="16595" y="7461"/>
                    <a:pt x="17036" y="7461"/>
                  </a:cubicBezTo>
                  <a:lnTo>
                    <a:pt x="20499" y="7461"/>
                  </a:lnTo>
                  <a:cubicBezTo>
                    <a:pt x="20851" y="7461"/>
                    <a:pt x="21152" y="7160"/>
                    <a:pt x="21152" y="6794"/>
                  </a:cubicBezTo>
                  <a:lnTo>
                    <a:pt x="21152" y="5984"/>
                  </a:lnTo>
                  <a:cubicBezTo>
                    <a:pt x="21152" y="2781"/>
                    <a:pt x="21322" y="783"/>
                    <a:pt x="23003" y="72"/>
                  </a:cubicBez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2" name="Google Shape;1422;p64"/>
          <p:cNvGrpSpPr/>
          <p:nvPr/>
        </p:nvGrpSpPr>
        <p:grpSpPr>
          <a:xfrm rot="5400000">
            <a:off x="7007975" y="3551650"/>
            <a:ext cx="834824" cy="901072"/>
            <a:chOff x="1550489" y="2040495"/>
            <a:chExt cx="423682" cy="457304"/>
          </a:xfrm>
        </p:grpSpPr>
        <p:sp>
          <p:nvSpPr>
            <p:cNvPr id="1423" name="Google Shape;1423;p64"/>
            <p:cNvSpPr/>
            <p:nvPr/>
          </p:nvSpPr>
          <p:spPr>
            <a:xfrm>
              <a:off x="1550489" y="2040495"/>
              <a:ext cx="423682" cy="457304"/>
            </a:xfrm>
            <a:custGeom>
              <a:avLst/>
              <a:gdLst/>
              <a:ahLst/>
              <a:cxnLst/>
              <a:rect l="l" t="t" r="r" b="b"/>
              <a:pathLst>
                <a:path w="23779" h="25666" extrusionOk="0">
                  <a:moveTo>
                    <a:pt x="13007" y="1"/>
                  </a:moveTo>
                  <a:cubicBezTo>
                    <a:pt x="12569" y="1"/>
                    <a:pt x="12131" y="167"/>
                    <a:pt x="11798" y="500"/>
                  </a:cubicBezTo>
                  <a:lnTo>
                    <a:pt x="667" y="11631"/>
                  </a:lnTo>
                  <a:cubicBezTo>
                    <a:pt x="1" y="12297"/>
                    <a:pt x="1" y="13369"/>
                    <a:pt x="667" y="14034"/>
                  </a:cubicBezTo>
                  <a:lnTo>
                    <a:pt x="11798" y="25165"/>
                  </a:lnTo>
                  <a:cubicBezTo>
                    <a:pt x="12131" y="25498"/>
                    <a:pt x="12569" y="25665"/>
                    <a:pt x="13007" y="25665"/>
                  </a:cubicBezTo>
                  <a:cubicBezTo>
                    <a:pt x="13444" y="25665"/>
                    <a:pt x="13882" y="25498"/>
                    <a:pt x="14215" y="25165"/>
                  </a:cubicBezTo>
                  <a:lnTo>
                    <a:pt x="18278" y="21103"/>
                  </a:lnTo>
                  <a:cubicBezTo>
                    <a:pt x="18591" y="20789"/>
                    <a:pt x="18814" y="20488"/>
                    <a:pt x="18945" y="20188"/>
                  </a:cubicBezTo>
                  <a:lnTo>
                    <a:pt x="23477" y="10991"/>
                  </a:lnTo>
                  <a:cubicBezTo>
                    <a:pt x="23778" y="10364"/>
                    <a:pt x="23582" y="9867"/>
                    <a:pt x="22824" y="9110"/>
                  </a:cubicBezTo>
                  <a:lnTo>
                    <a:pt x="14215" y="500"/>
                  </a:lnTo>
                  <a:cubicBezTo>
                    <a:pt x="13882" y="167"/>
                    <a:pt x="13444" y="1"/>
                    <a:pt x="13007" y="1"/>
                  </a:cubicBez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64"/>
            <p:cNvSpPr/>
            <p:nvPr/>
          </p:nvSpPr>
          <p:spPr>
            <a:xfrm>
              <a:off x="1568651" y="2055686"/>
              <a:ext cx="400163" cy="426925"/>
            </a:xfrm>
            <a:custGeom>
              <a:avLst/>
              <a:gdLst/>
              <a:ahLst/>
              <a:cxnLst/>
              <a:rect l="l" t="t" r="r" b="b"/>
              <a:pathLst>
                <a:path w="22459" h="23961" extrusionOk="0">
                  <a:moveTo>
                    <a:pt x="11981" y="0"/>
                  </a:moveTo>
                  <a:cubicBezTo>
                    <a:pt x="11759" y="0"/>
                    <a:pt x="11550" y="79"/>
                    <a:pt x="11380" y="249"/>
                  </a:cubicBezTo>
                  <a:lnTo>
                    <a:pt x="250" y="11380"/>
                  </a:lnTo>
                  <a:cubicBezTo>
                    <a:pt x="93" y="11537"/>
                    <a:pt x="1" y="11746"/>
                    <a:pt x="1" y="11981"/>
                  </a:cubicBezTo>
                  <a:cubicBezTo>
                    <a:pt x="1" y="12202"/>
                    <a:pt x="93" y="12411"/>
                    <a:pt x="250" y="12582"/>
                  </a:cubicBezTo>
                  <a:lnTo>
                    <a:pt x="11380" y="23712"/>
                  </a:lnTo>
                  <a:cubicBezTo>
                    <a:pt x="11550" y="23869"/>
                    <a:pt x="11759" y="23960"/>
                    <a:pt x="11981" y="23960"/>
                  </a:cubicBezTo>
                  <a:cubicBezTo>
                    <a:pt x="12216" y="23960"/>
                    <a:pt x="12425" y="23869"/>
                    <a:pt x="12582" y="23712"/>
                  </a:cubicBezTo>
                  <a:lnTo>
                    <a:pt x="17494" y="18800"/>
                  </a:lnTo>
                  <a:cubicBezTo>
                    <a:pt x="17794" y="18499"/>
                    <a:pt x="17925" y="18278"/>
                    <a:pt x="17977" y="18147"/>
                  </a:cubicBezTo>
                  <a:lnTo>
                    <a:pt x="17991" y="18133"/>
                  </a:lnTo>
                  <a:lnTo>
                    <a:pt x="22314" y="10399"/>
                  </a:lnTo>
                  <a:cubicBezTo>
                    <a:pt x="22393" y="10230"/>
                    <a:pt x="22459" y="10112"/>
                    <a:pt x="21832" y="9485"/>
                  </a:cubicBezTo>
                  <a:lnTo>
                    <a:pt x="12582" y="249"/>
                  </a:lnTo>
                  <a:cubicBezTo>
                    <a:pt x="12425" y="79"/>
                    <a:pt x="12216" y="0"/>
                    <a:pt x="119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64"/>
            <p:cNvSpPr/>
            <p:nvPr/>
          </p:nvSpPr>
          <p:spPr>
            <a:xfrm>
              <a:off x="1870984" y="2230380"/>
              <a:ext cx="100794" cy="163885"/>
            </a:xfrm>
            <a:custGeom>
              <a:avLst/>
              <a:gdLst/>
              <a:ahLst/>
              <a:cxnLst/>
              <a:rect l="l" t="t" r="r" b="b"/>
              <a:pathLst>
                <a:path w="5657" h="9198" extrusionOk="0">
                  <a:moveTo>
                    <a:pt x="5657" y="0"/>
                  </a:moveTo>
                  <a:lnTo>
                    <a:pt x="5657" y="0"/>
                  </a:lnTo>
                  <a:cubicBezTo>
                    <a:pt x="5396" y="523"/>
                    <a:pt x="4808" y="1124"/>
                    <a:pt x="3894" y="2038"/>
                  </a:cubicBezTo>
                  <a:lnTo>
                    <a:pt x="666" y="5264"/>
                  </a:lnTo>
                  <a:cubicBezTo>
                    <a:pt x="1" y="5931"/>
                    <a:pt x="1" y="7015"/>
                    <a:pt x="666" y="7668"/>
                  </a:cubicBezTo>
                  <a:lnTo>
                    <a:pt x="941" y="7956"/>
                  </a:lnTo>
                  <a:cubicBezTo>
                    <a:pt x="1293" y="8309"/>
                    <a:pt x="1333" y="8740"/>
                    <a:pt x="1137" y="9197"/>
                  </a:cubicBezTo>
                  <a:lnTo>
                    <a:pt x="5657" y="0"/>
                  </a:lnTo>
                  <a:close/>
                </a:path>
              </a:pathLst>
            </a:custGeom>
            <a:solidFill>
              <a:schemeClr val="accent2"/>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3"/>
        <p:cNvGrpSpPr/>
        <p:nvPr/>
      </p:nvGrpSpPr>
      <p:grpSpPr>
        <a:xfrm>
          <a:off x="0" y="0"/>
          <a:ext cx="0" cy="0"/>
          <a:chOff x="0" y="0"/>
          <a:chExt cx="0" cy="0"/>
        </a:xfrm>
      </p:grpSpPr>
      <p:sp>
        <p:nvSpPr>
          <p:cNvPr id="1354" name="Google Shape;1354;p62"/>
          <p:cNvSpPr txBox="1">
            <a:spLocks noGrp="1"/>
          </p:cNvSpPr>
          <p:nvPr>
            <p:ph type="title"/>
          </p:nvPr>
        </p:nvSpPr>
        <p:spPr>
          <a:xfrm>
            <a:off x="2272533" y="212617"/>
            <a:ext cx="3896309" cy="5727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US" dirty="0"/>
              <a:t>Glimpse of output</a:t>
            </a:r>
            <a:endParaRPr dirty="0"/>
          </a:p>
        </p:txBody>
      </p:sp>
      <p:grpSp>
        <p:nvGrpSpPr>
          <p:cNvPr id="1356" name="Google Shape;1356;p62"/>
          <p:cNvGrpSpPr/>
          <p:nvPr/>
        </p:nvGrpSpPr>
        <p:grpSpPr>
          <a:xfrm rot="10800000">
            <a:off x="375230" y="1074189"/>
            <a:ext cx="4666128" cy="3013446"/>
            <a:chOff x="657900" y="1235825"/>
            <a:chExt cx="4325700" cy="2624400"/>
          </a:xfrm>
        </p:grpSpPr>
        <p:sp>
          <p:nvSpPr>
            <p:cNvPr id="1357" name="Google Shape;1357;p62"/>
            <p:cNvSpPr/>
            <p:nvPr/>
          </p:nvSpPr>
          <p:spPr>
            <a:xfrm rot="5400000">
              <a:off x="1508550" y="385175"/>
              <a:ext cx="2624400" cy="4325700"/>
            </a:xfrm>
            <a:prstGeom prst="roundRect">
              <a:avLst>
                <a:gd name="adj" fmla="val 1038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62"/>
            <p:cNvSpPr/>
            <p:nvPr/>
          </p:nvSpPr>
          <p:spPr>
            <a:xfrm rot="5400000">
              <a:off x="1709100" y="730843"/>
              <a:ext cx="2342700" cy="3634200"/>
            </a:xfrm>
            <a:prstGeom prst="roundRect">
              <a:avLst>
                <a:gd name="adj" fmla="val 7459"/>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62"/>
            <p:cNvSpPr/>
            <p:nvPr/>
          </p:nvSpPr>
          <p:spPr>
            <a:xfrm rot="5400000">
              <a:off x="724326" y="2427059"/>
              <a:ext cx="241800" cy="241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62"/>
            <p:cNvSpPr/>
            <p:nvPr/>
          </p:nvSpPr>
          <p:spPr>
            <a:xfrm rot="5400000">
              <a:off x="4794769" y="2489529"/>
              <a:ext cx="117000" cy="117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2" name="Google Shape;1362;p62"/>
          <p:cNvSpPr/>
          <p:nvPr/>
        </p:nvSpPr>
        <p:spPr>
          <a:xfrm>
            <a:off x="6730668" y="1471090"/>
            <a:ext cx="385800" cy="385800"/>
          </a:xfrm>
          <a:prstGeom prst="ellipse">
            <a:avLst/>
          </a:prstGeom>
          <a:gradFill>
            <a:gsLst>
              <a:gs pos="0">
                <a:schemeClr val="accent2"/>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63" name="Google Shape;1363;p62"/>
          <p:cNvGrpSpPr/>
          <p:nvPr/>
        </p:nvGrpSpPr>
        <p:grpSpPr>
          <a:xfrm rot="-4033801">
            <a:off x="7526455" y="346693"/>
            <a:ext cx="1019360" cy="1095924"/>
            <a:chOff x="1550503" y="2843989"/>
            <a:chExt cx="410408" cy="441250"/>
          </a:xfrm>
        </p:grpSpPr>
        <p:sp>
          <p:nvSpPr>
            <p:cNvPr id="1364" name="Google Shape;1364;p62"/>
            <p:cNvSpPr/>
            <p:nvPr/>
          </p:nvSpPr>
          <p:spPr>
            <a:xfrm>
              <a:off x="1550503" y="2843989"/>
              <a:ext cx="410408" cy="441250"/>
            </a:xfrm>
            <a:custGeom>
              <a:avLst/>
              <a:gdLst/>
              <a:ahLst/>
              <a:cxnLst/>
              <a:rect l="l" t="t" r="r" b="b"/>
              <a:pathLst>
                <a:path w="23034" h="24765" extrusionOk="0">
                  <a:moveTo>
                    <a:pt x="11510" y="0"/>
                  </a:moveTo>
                  <a:cubicBezTo>
                    <a:pt x="11239" y="0"/>
                    <a:pt x="10968" y="72"/>
                    <a:pt x="10727" y="216"/>
                  </a:cubicBezTo>
                  <a:lnTo>
                    <a:pt x="785" y="5952"/>
                  </a:lnTo>
                  <a:cubicBezTo>
                    <a:pt x="288" y="6239"/>
                    <a:pt x="1" y="6762"/>
                    <a:pt x="1" y="7310"/>
                  </a:cubicBezTo>
                  <a:lnTo>
                    <a:pt x="1" y="18807"/>
                  </a:lnTo>
                  <a:cubicBezTo>
                    <a:pt x="1" y="19368"/>
                    <a:pt x="288" y="19878"/>
                    <a:pt x="785" y="20166"/>
                  </a:cubicBezTo>
                  <a:lnTo>
                    <a:pt x="8088" y="24385"/>
                  </a:lnTo>
                  <a:cubicBezTo>
                    <a:pt x="8538" y="24643"/>
                    <a:pt x="8915" y="24764"/>
                    <a:pt x="9229" y="24764"/>
                  </a:cubicBezTo>
                  <a:cubicBezTo>
                    <a:pt x="9535" y="24764"/>
                    <a:pt x="9782" y="24650"/>
                    <a:pt x="9982" y="24437"/>
                  </a:cubicBezTo>
                  <a:lnTo>
                    <a:pt x="22746" y="12066"/>
                  </a:lnTo>
                  <a:cubicBezTo>
                    <a:pt x="22955" y="11869"/>
                    <a:pt x="23033" y="11242"/>
                    <a:pt x="23033" y="9793"/>
                  </a:cubicBezTo>
                  <a:lnTo>
                    <a:pt x="23033" y="7310"/>
                  </a:lnTo>
                  <a:cubicBezTo>
                    <a:pt x="23033" y="6762"/>
                    <a:pt x="22732" y="6239"/>
                    <a:pt x="22249" y="5952"/>
                  </a:cubicBezTo>
                  <a:lnTo>
                    <a:pt x="12295" y="216"/>
                  </a:lnTo>
                  <a:cubicBezTo>
                    <a:pt x="12053" y="72"/>
                    <a:pt x="11781" y="0"/>
                    <a:pt x="11510" y="0"/>
                  </a:cubicBez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62"/>
            <p:cNvSpPr/>
            <p:nvPr/>
          </p:nvSpPr>
          <p:spPr>
            <a:xfrm>
              <a:off x="1560527" y="2860957"/>
              <a:ext cx="382453" cy="418783"/>
            </a:xfrm>
            <a:custGeom>
              <a:avLst/>
              <a:gdLst/>
              <a:ahLst/>
              <a:cxnLst/>
              <a:rect l="l" t="t" r="r" b="b"/>
              <a:pathLst>
                <a:path w="21465" h="23504" extrusionOk="0">
                  <a:moveTo>
                    <a:pt x="10739" y="1"/>
                  </a:moveTo>
                  <a:cubicBezTo>
                    <a:pt x="10595" y="1"/>
                    <a:pt x="10464" y="27"/>
                    <a:pt x="10347" y="105"/>
                  </a:cubicBezTo>
                  <a:lnTo>
                    <a:pt x="392" y="5841"/>
                  </a:lnTo>
                  <a:cubicBezTo>
                    <a:pt x="143" y="5984"/>
                    <a:pt x="0" y="6246"/>
                    <a:pt x="0" y="6520"/>
                  </a:cubicBezTo>
                  <a:lnTo>
                    <a:pt x="0" y="18017"/>
                  </a:lnTo>
                  <a:cubicBezTo>
                    <a:pt x="0" y="18291"/>
                    <a:pt x="143" y="18552"/>
                    <a:pt x="392" y="18696"/>
                  </a:cubicBezTo>
                  <a:lnTo>
                    <a:pt x="7695" y="22903"/>
                  </a:lnTo>
                  <a:cubicBezTo>
                    <a:pt x="8113" y="23151"/>
                    <a:pt x="9001" y="23504"/>
                    <a:pt x="9105" y="23504"/>
                  </a:cubicBezTo>
                  <a:cubicBezTo>
                    <a:pt x="9184" y="23504"/>
                    <a:pt x="9236" y="23478"/>
                    <a:pt x="9288" y="23426"/>
                  </a:cubicBezTo>
                  <a:lnTo>
                    <a:pt x="9302" y="23412"/>
                  </a:lnTo>
                  <a:lnTo>
                    <a:pt x="21360" y="11393"/>
                  </a:lnTo>
                  <a:cubicBezTo>
                    <a:pt x="21412" y="11250"/>
                    <a:pt x="21464" y="10205"/>
                    <a:pt x="21464" y="9003"/>
                  </a:cubicBezTo>
                  <a:lnTo>
                    <a:pt x="21464" y="6520"/>
                  </a:lnTo>
                  <a:cubicBezTo>
                    <a:pt x="21464" y="6246"/>
                    <a:pt x="21321" y="5984"/>
                    <a:pt x="21072" y="5841"/>
                  </a:cubicBezTo>
                  <a:lnTo>
                    <a:pt x="11131" y="105"/>
                  </a:lnTo>
                  <a:cubicBezTo>
                    <a:pt x="11000" y="27"/>
                    <a:pt x="10870" y="1"/>
                    <a:pt x="107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6" name="Google Shape;1366;p62"/>
            <p:cNvSpPr/>
            <p:nvPr/>
          </p:nvSpPr>
          <p:spPr>
            <a:xfrm>
              <a:off x="1727272" y="3060133"/>
              <a:ext cx="227654" cy="220438"/>
            </a:xfrm>
            <a:custGeom>
              <a:avLst/>
              <a:gdLst/>
              <a:ahLst/>
              <a:cxnLst/>
              <a:rect l="l" t="t" r="r" b="b"/>
              <a:pathLst>
                <a:path w="12777" h="12372" extrusionOk="0">
                  <a:moveTo>
                    <a:pt x="12764" y="1"/>
                  </a:moveTo>
                  <a:cubicBezTo>
                    <a:pt x="12710" y="55"/>
                    <a:pt x="12649" y="78"/>
                    <a:pt x="12573" y="78"/>
                  </a:cubicBezTo>
                  <a:cubicBezTo>
                    <a:pt x="12539" y="78"/>
                    <a:pt x="12503" y="73"/>
                    <a:pt x="12463" y="66"/>
                  </a:cubicBezTo>
                  <a:cubicBezTo>
                    <a:pt x="12314" y="37"/>
                    <a:pt x="12161" y="20"/>
                    <a:pt x="12012" y="20"/>
                  </a:cubicBezTo>
                  <a:cubicBezTo>
                    <a:pt x="11758" y="20"/>
                    <a:pt x="11516" y="68"/>
                    <a:pt x="11327" y="184"/>
                  </a:cubicBezTo>
                  <a:lnTo>
                    <a:pt x="1581" y="6036"/>
                  </a:lnTo>
                  <a:cubicBezTo>
                    <a:pt x="1097" y="6310"/>
                    <a:pt x="797" y="6833"/>
                    <a:pt x="797" y="7395"/>
                  </a:cubicBezTo>
                  <a:lnTo>
                    <a:pt x="797" y="7865"/>
                  </a:lnTo>
                  <a:cubicBezTo>
                    <a:pt x="797" y="9968"/>
                    <a:pt x="653" y="11680"/>
                    <a:pt x="0" y="12372"/>
                  </a:cubicBezTo>
                  <a:lnTo>
                    <a:pt x="12777" y="1"/>
                  </a:ln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7" name="Google Shape;1367;p62"/>
          <p:cNvSpPr txBox="1">
            <a:spLocks noGrp="1"/>
          </p:cNvSpPr>
          <p:nvPr>
            <p:ph type="title" idx="2"/>
          </p:nvPr>
        </p:nvSpPr>
        <p:spPr>
          <a:xfrm>
            <a:off x="2272532" y="210231"/>
            <a:ext cx="3759433" cy="5727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US" dirty="0"/>
              <a:t>Glimpse of output</a:t>
            </a:r>
            <a:endParaRPr dirty="0"/>
          </a:p>
        </p:txBody>
      </p:sp>
      <p:pic>
        <p:nvPicPr>
          <p:cNvPr id="16" name="Content Placeholder 4">
            <a:extLst>
              <a:ext uri="{FF2B5EF4-FFF2-40B4-BE49-F238E27FC236}">
                <a16:creationId xmlns:a16="http://schemas.microsoft.com/office/drawing/2014/main" id="{E84AC5CF-5B57-4C3D-AC20-D5ADB9DFF5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1391" y="1236012"/>
            <a:ext cx="3912609" cy="2689987"/>
          </a:xfrm>
          <a:prstGeom prst="rect">
            <a:avLst/>
          </a:prstGeom>
          <a:noFill/>
          <a:ln>
            <a:noFill/>
          </a:ln>
        </p:spPr>
      </p:pic>
      <p:pic>
        <p:nvPicPr>
          <p:cNvPr id="17" name="Picture 16">
            <a:extLst>
              <a:ext uri="{FF2B5EF4-FFF2-40B4-BE49-F238E27FC236}">
                <a16:creationId xmlns:a16="http://schemas.microsoft.com/office/drawing/2014/main" id="{57F1F9B7-41F2-4862-9242-58D35FDD2B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58037" y="1867455"/>
            <a:ext cx="3649928" cy="291944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randombar(horizontal)">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67"/>
                                        </p:tgtEl>
                                        <p:attrNameLst>
                                          <p:attrName>style.visibility</p:attrName>
                                        </p:attrNameLst>
                                      </p:cBhvr>
                                      <p:to>
                                        <p:strVal val="visible"/>
                                      </p:to>
                                    </p:set>
                                    <p:animEffect transition="in" filter="fade">
                                      <p:cBhvr>
                                        <p:cTn id="17" dur="500"/>
                                        <p:tgtEl>
                                          <p:spTgt spid="13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807DB45-F4BF-46BA-BBA6-0B1881C3BDEC}"/>
              </a:ext>
            </a:extLst>
          </p:cNvPr>
          <p:cNvSpPr>
            <a:spLocks noGrp="1"/>
          </p:cNvSpPr>
          <p:nvPr>
            <p:ph type="body" idx="1"/>
          </p:nvPr>
        </p:nvSpPr>
        <p:spPr/>
        <p:txBody>
          <a:bodyPr/>
          <a:lstStyle/>
          <a:p>
            <a:pPr marL="165100" indent="0">
              <a:buNone/>
            </a:pPr>
            <a:r>
              <a:rPr lang="en-US" sz="2000" dirty="0">
                <a:solidFill>
                  <a:schemeClr val="tx1"/>
                </a:solidFill>
                <a:effectLst/>
                <a:latin typeface="Times New Roman" panose="02020603050405020304" pitchFamily="18" charset="0"/>
                <a:ea typeface="Times New Roman" panose="02020603050405020304" pitchFamily="18" charset="0"/>
              </a:rPr>
              <a:t>After completion of this project we can play the Quiz game. Students will be benefited with this project. They can test their IQ level and collect some amount of money. This project can be hired by every School for learning purposes.</a:t>
            </a:r>
          </a:p>
          <a:p>
            <a:pPr marL="165100" indent="0">
              <a:buNone/>
            </a:pPr>
            <a:endParaRPr lang="en-US" dirty="0"/>
          </a:p>
        </p:txBody>
      </p:sp>
      <p:sp>
        <p:nvSpPr>
          <p:cNvPr id="3" name="Title 2">
            <a:extLst>
              <a:ext uri="{FF2B5EF4-FFF2-40B4-BE49-F238E27FC236}">
                <a16:creationId xmlns:a16="http://schemas.microsoft.com/office/drawing/2014/main" id="{702429BD-88AC-4E1A-B41B-42674DBF9312}"/>
              </a:ext>
            </a:extLst>
          </p:cNvPr>
          <p:cNvSpPr>
            <a:spLocks noGrp="1"/>
          </p:cNvSpPr>
          <p:nvPr>
            <p:ph type="title"/>
          </p:nvPr>
        </p:nvSpPr>
        <p:spPr/>
        <p:txBody>
          <a:bodyPr/>
          <a:lstStyle/>
          <a:p>
            <a:r>
              <a:rPr lang="en-US" sz="4400" dirty="0"/>
              <a:t>conclusion</a:t>
            </a:r>
          </a:p>
        </p:txBody>
      </p:sp>
      <p:sp>
        <p:nvSpPr>
          <p:cNvPr id="4" name="Title 3">
            <a:extLst>
              <a:ext uri="{FF2B5EF4-FFF2-40B4-BE49-F238E27FC236}">
                <a16:creationId xmlns:a16="http://schemas.microsoft.com/office/drawing/2014/main" id="{F76057A5-A5A7-4169-8328-4AA29991A604}"/>
              </a:ext>
            </a:extLst>
          </p:cNvPr>
          <p:cNvSpPr>
            <a:spLocks noGrp="1"/>
          </p:cNvSpPr>
          <p:nvPr>
            <p:ph type="title" idx="2"/>
          </p:nvPr>
        </p:nvSpPr>
        <p:spPr>
          <a:xfrm>
            <a:off x="713100" y="539400"/>
            <a:ext cx="7717800" cy="781200"/>
          </a:xfrm>
        </p:spPr>
        <p:txBody>
          <a:bodyPr/>
          <a:lstStyle/>
          <a:p>
            <a:r>
              <a:rPr lang="en-US" sz="4400" dirty="0"/>
              <a:t>conclusion</a:t>
            </a:r>
          </a:p>
        </p:txBody>
      </p:sp>
      <p:grpSp>
        <p:nvGrpSpPr>
          <p:cNvPr id="5" name="Google Shape;665;p38">
            <a:extLst>
              <a:ext uri="{FF2B5EF4-FFF2-40B4-BE49-F238E27FC236}">
                <a16:creationId xmlns:a16="http://schemas.microsoft.com/office/drawing/2014/main" id="{BC5039B1-4313-4B59-A151-F5304AB33011}"/>
              </a:ext>
            </a:extLst>
          </p:cNvPr>
          <p:cNvGrpSpPr/>
          <p:nvPr/>
        </p:nvGrpSpPr>
        <p:grpSpPr>
          <a:xfrm>
            <a:off x="7823731" y="2583623"/>
            <a:ext cx="1033949" cy="952692"/>
            <a:chOff x="7487975" y="3200500"/>
            <a:chExt cx="1244672" cy="1146854"/>
          </a:xfrm>
        </p:grpSpPr>
        <p:sp>
          <p:nvSpPr>
            <p:cNvPr id="6" name="Google Shape;666;p38">
              <a:extLst>
                <a:ext uri="{FF2B5EF4-FFF2-40B4-BE49-F238E27FC236}">
                  <a16:creationId xmlns:a16="http://schemas.microsoft.com/office/drawing/2014/main" id="{30A467EA-D569-423D-9845-4A8832A73991}"/>
                </a:ext>
              </a:extLst>
            </p:cNvPr>
            <p:cNvSpPr/>
            <p:nvPr/>
          </p:nvSpPr>
          <p:spPr>
            <a:xfrm>
              <a:off x="7487975" y="3200500"/>
              <a:ext cx="1244672" cy="1146854"/>
            </a:xfrm>
            <a:custGeom>
              <a:avLst/>
              <a:gdLst/>
              <a:ahLst/>
              <a:cxnLst/>
              <a:rect l="l" t="t" r="r" b="b"/>
              <a:pathLst>
                <a:path w="60568" h="55808" extrusionOk="0">
                  <a:moveTo>
                    <a:pt x="19507" y="0"/>
                  </a:moveTo>
                  <a:cubicBezTo>
                    <a:pt x="18522" y="0"/>
                    <a:pt x="17011" y="589"/>
                    <a:pt x="14723" y="2027"/>
                  </a:cubicBezTo>
                  <a:lnTo>
                    <a:pt x="14856" y="1952"/>
                  </a:lnTo>
                  <a:lnTo>
                    <a:pt x="14856" y="1952"/>
                  </a:lnTo>
                  <a:cubicBezTo>
                    <a:pt x="5961" y="7269"/>
                    <a:pt x="0" y="16991"/>
                    <a:pt x="0" y="28108"/>
                  </a:cubicBezTo>
                  <a:cubicBezTo>
                    <a:pt x="0" y="44932"/>
                    <a:pt x="13638" y="55807"/>
                    <a:pt x="30461" y="55807"/>
                  </a:cubicBezTo>
                  <a:cubicBezTo>
                    <a:pt x="43425" y="55807"/>
                    <a:pt x="54497" y="49451"/>
                    <a:pt x="58894" y="38754"/>
                  </a:cubicBezTo>
                  <a:cubicBezTo>
                    <a:pt x="59386" y="37556"/>
                    <a:pt x="59750" y="36306"/>
                    <a:pt x="60018" y="35040"/>
                  </a:cubicBezTo>
                  <a:cubicBezTo>
                    <a:pt x="60475" y="32880"/>
                    <a:pt x="60568" y="31598"/>
                    <a:pt x="59892" y="30967"/>
                  </a:cubicBezTo>
                  <a:lnTo>
                    <a:pt x="59810" y="30900"/>
                  </a:lnTo>
                  <a:lnTo>
                    <a:pt x="20543" y="337"/>
                  </a:lnTo>
                  <a:lnTo>
                    <a:pt x="20544" y="335"/>
                  </a:lnTo>
                  <a:cubicBezTo>
                    <a:pt x="20290" y="120"/>
                    <a:pt x="19952" y="0"/>
                    <a:pt x="19507" y="0"/>
                  </a:cubicBez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667;p38">
              <a:extLst>
                <a:ext uri="{FF2B5EF4-FFF2-40B4-BE49-F238E27FC236}">
                  <a16:creationId xmlns:a16="http://schemas.microsoft.com/office/drawing/2014/main" id="{EF819567-7E6F-45FC-A56A-1026D78F6D19}"/>
                </a:ext>
              </a:extLst>
            </p:cNvPr>
            <p:cNvSpPr/>
            <p:nvPr/>
          </p:nvSpPr>
          <p:spPr>
            <a:xfrm>
              <a:off x="7525458" y="3223845"/>
              <a:ext cx="1167528" cy="1086026"/>
            </a:xfrm>
            <a:custGeom>
              <a:avLst/>
              <a:gdLst/>
              <a:ahLst/>
              <a:cxnLst/>
              <a:rect l="l" t="t" r="r" b="b"/>
              <a:pathLst>
                <a:path w="56814" h="52848" extrusionOk="0">
                  <a:moveTo>
                    <a:pt x="19219" y="0"/>
                  </a:moveTo>
                  <a:cubicBezTo>
                    <a:pt x="18944" y="8"/>
                    <a:pt x="16401" y="855"/>
                    <a:pt x="13965" y="2375"/>
                  </a:cubicBezTo>
                  <a:lnTo>
                    <a:pt x="13968" y="2381"/>
                  </a:lnTo>
                  <a:cubicBezTo>
                    <a:pt x="5353" y="7531"/>
                    <a:pt x="0" y="16953"/>
                    <a:pt x="0" y="26972"/>
                  </a:cubicBezTo>
                  <a:cubicBezTo>
                    <a:pt x="0" y="34512"/>
                    <a:pt x="2870" y="41009"/>
                    <a:pt x="8299" y="45758"/>
                  </a:cubicBezTo>
                  <a:cubicBezTo>
                    <a:pt x="13525" y="50331"/>
                    <a:pt x="20749" y="52848"/>
                    <a:pt x="28637" y="52848"/>
                  </a:cubicBezTo>
                  <a:cubicBezTo>
                    <a:pt x="41098" y="52848"/>
                    <a:pt x="51346" y="46747"/>
                    <a:pt x="55384" y="36925"/>
                  </a:cubicBezTo>
                  <a:cubicBezTo>
                    <a:pt x="55804" y="35902"/>
                    <a:pt x="56149" y="34759"/>
                    <a:pt x="56410" y="33526"/>
                  </a:cubicBezTo>
                  <a:cubicBezTo>
                    <a:pt x="56739" y="31972"/>
                    <a:pt x="56814" y="29076"/>
                    <a:pt x="56777" y="28823"/>
                  </a:cubicBezTo>
                  <a:lnTo>
                    <a:pt x="1921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668;p38">
              <a:extLst>
                <a:ext uri="{FF2B5EF4-FFF2-40B4-BE49-F238E27FC236}">
                  <a16:creationId xmlns:a16="http://schemas.microsoft.com/office/drawing/2014/main" id="{52BFBE66-3B80-446D-9758-69D413CA2EEC}"/>
                </a:ext>
              </a:extLst>
            </p:cNvPr>
            <p:cNvSpPr/>
            <p:nvPr/>
          </p:nvSpPr>
          <p:spPr>
            <a:xfrm>
              <a:off x="7596210" y="3493542"/>
              <a:ext cx="895014" cy="750753"/>
            </a:xfrm>
            <a:custGeom>
              <a:avLst/>
              <a:gdLst/>
              <a:ahLst/>
              <a:cxnLst/>
              <a:rect l="l" t="t" r="r" b="b"/>
              <a:pathLst>
                <a:path w="43553" h="36533" extrusionOk="0">
                  <a:moveTo>
                    <a:pt x="4134" y="1"/>
                  </a:moveTo>
                  <a:cubicBezTo>
                    <a:pt x="3396" y="1126"/>
                    <a:pt x="2338" y="2964"/>
                    <a:pt x="1489" y="5320"/>
                  </a:cubicBezTo>
                  <a:cubicBezTo>
                    <a:pt x="501" y="8060"/>
                    <a:pt x="1" y="10906"/>
                    <a:pt x="1" y="13778"/>
                  </a:cubicBezTo>
                  <a:cubicBezTo>
                    <a:pt x="1" y="20410"/>
                    <a:pt x="2525" y="26124"/>
                    <a:pt x="7302" y="30302"/>
                  </a:cubicBezTo>
                  <a:cubicBezTo>
                    <a:pt x="8902" y="31702"/>
                    <a:pt x="10723" y="32891"/>
                    <a:pt x="12714" y="33837"/>
                  </a:cubicBezTo>
                  <a:cubicBezTo>
                    <a:pt x="14363" y="34619"/>
                    <a:pt x="16148" y="35243"/>
                    <a:pt x="18017" y="35693"/>
                  </a:cubicBezTo>
                  <a:cubicBezTo>
                    <a:pt x="20335" y="36249"/>
                    <a:pt x="22736" y="36533"/>
                    <a:pt x="25154" y="36533"/>
                  </a:cubicBezTo>
                  <a:lnTo>
                    <a:pt x="25162" y="36533"/>
                  </a:lnTo>
                  <a:cubicBezTo>
                    <a:pt x="26403" y="36532"/>
                    <a:pt x="29307" y="36531"/>
                    <a:pt x="32720" y="35700"/>
                  </a:cubicBezTo>
                  <a:cubicBezTo>
                    <a:pt x="36969" y="34665"/>
                    <a:pt x="40613" y="32707"/>
                    <a:pt x="43553" y="29878"/>
                  </a:cubicBezTo>
                  <a:lnTo>
                    <a:pt x="43295" y="29610"/>
                  </a:lnTo>
                  <a:cubicBezTo>
                    <a:pt x="38780" y="33954"/>
                    <a:pt x="32679" y="36158"/>
                    <a:pt x="25162" y="36160"/>
                  </a:cubicBezTo>
                  <a:lnTo>
                    <a:pt x="25154" y="36160"/>
                  </a:lnTo>
                  <a:cubicBezTo>
                    <a:pt x="21194" y="36160"/>
                    <a:pt x="13650" y="35360"/>
                    <a:pt x="7547" y="30022"/>
                  </a:cubicBezTo>
                  <a:cubicBezTo>
                    <a:pt x="2854" y="25917"/>
                    <a:pt x="373" y="20299"/>
                    <a:pt x="373" y="13778"/>
                  </a:cubicBezTo>
                  <a:cubicBezTo>
                    <a:pt x="373" y="7374"/>
                    <a:pt x="2924" y="2525"/>
                    <a:pt x="4446" y="204"/>
                  </a:cubicBezTo>
                  <a:lnTo>
                    <a:pt x="41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69;p38">
              <a:extLst>
                <a:ext uri="{FF2B5EF4-FFF2-40B4-BE49-F238E27FC236}">
                  <a16:creationId xmlns:a16="http://schemas.microsoft.com/office/drawing/2014/main" id="{3AE86BF0-5DAB-4778-B05A-77D53D43BC4A}"/>
                </a:ext>
              </a:extLst>
            </p:cNvPr>
            <p:cNvSpPr/>
            <p:nvPr/>
          </p:nvSpPr>
          <p:spPr>
            <a:xfrm>
              <a:off x="8504483" y="4046047"/>
              <a:ext cx="47532" cy="47512"/>
            </a:xfrm>
            <a:custGeom>
              <a:avLst/>
              <a:gdLst/>
              <a:ahLst/>
              <a:cxnLst/>
              <a:rect l="l" t="t" r="r" b="b"/>
              <a:pathLst>
                <a:path w="2313" h="2312" extrusionOk="0">
                  <a:moveTo>
                    <a:pt x="1157" y="1"/>
                  </a:moveTo>
                  <a:cubicBezTo>
                    <a:pt x="519" y="1"/>
                    <a:pt x="0" y="518"/>
                    <a:pt x="0" y="1157"/>
                  </a:cubicBezTo>
                  <a:cubicBezTo>
                    <a:pt x="0" y="1795"/>
                    <a:pt x="519" y="2312"/>
                    <a:pt x="1157" y="2312"/>
                  </a:cubicBezTo>
                  <a:cubicBezTo>
                    <a:pt x="1795" y="2312"/>
                    <a:pt x="2313" y="1795"/>
                    <a:pt x="2313" y="1157"/>
                  </a:cubicBezTo>
                  <a:cubicBezTo>
                    <a:pt x="2313" y="518"/>
                    <a:pt x="1795" y="1"/>
                    <a:pt x="11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670;p38">
              <a:extLst>
                <a:ext uri="{FF2B5EF4-FFF2-40B4-BE49-F238E27FC236}">
                  <a16:creationId xmlns:a16="http://schemas.microsoft.com/office/drawing/2014/main" id="{99D02707-CBD6-49F8-91D1-E4B27B0D4922}"/>
                </a:ext>
              </a:extLst>
            </p:cNvPr>
            <p:cNvSpPr/>
            <p:nvPr/>
          </p:nvSpPr>
          <p:spPr>
            <a:xfrm>
              <a:off x="7694807" y="3427042"/>
              <a:ext cx="47532" cy="47532"/>
            </a:xfrm>
            <a:custGeom>
              <a:avLst/>
              <a:gdLst/>
              <a:ahLst/>
              <a:cxnLst/>
              <a:rect l="l" t="t" r="r" b="b"/>
              <a:pathLst>
                <a:path w="2313" h="2313" extrusionOk="0">
                  <a:moveTo>
                    <a:pt x="1156" y="0"/>
                  </a:moveTo>
                  <a:cubicBezTo>
                    <a:pt x="517" y="0"/>
                    <a:pt x="0" y="519"/>
                    <a:pt x="0" y="1156"/>
                  </a:cubicBezTo>
                  <a:cubicBezTo>
                    <a:pt x="0" y="1795"/>
                    <a:pt x="517" y="2313"/>
                    <a:pt x="1156" y="2313"/>
                  </a:cubicBezTo>
                  <a:cubicBezTo>
                    <a:pt x="1794" y="2313"/>
                    <a:pt x="2313" y="1795"/>
                    <a:pt x="2313" y="1156"/>
                  </a:cubicBezTo>
                  <a:cubicBezTo>
                    <a:pt x="2313" y="519"/>
                    <a:pt x="1794" y="0"/>
                    <a:pt x="11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671;p38">
              <a:extLst>
                <a:ext uri="{FF2B5EF4-FFF2-40B4-BE49-F238E27FC236}">
                  <a16:creationId xmlns:a16="http://schemas.microsoft.com/office/drawing/2014/main" id="{F22FADB2-3FCA-4771-B0CC-2D7D62C6C064}"/>
                </a:ext>
              </a:extLst>
            </p:cNvPr>
            <p:cNvSpPr/>
            <p:nvPr/>
          </p:nvSpPr>
          <p:spPr>
            <a:xfrm>
              <a:off x="8590976" y="3796571"/>
              <a:ext cx="48354" cy="183265"/>
            </a:xfrm>
            <a:custGeom>
              <a:avLst/>
              <a:gdLst/>
              <a:ahLst/>
              <a:cxnLst/>
              <a:rect l="l" t="t" r="r" b="b"/>
              <a:pathLst>
                <a:path w="2353" h="8918" extrusionOk="0">
                  <a:moveTo>
                    <a:pt x="1980" y="1"/>
                  </a:moveTo>
                  <a:cubicBezTo>
                    <a:pt x="1855" y="3012"/>
                    <a:pt x="1189" y="5963"/>
                    <a:pt x="0" y="8772"/>
                  </a:cubicBezTo>
                  <a:lnTo>
                    <a:pt x="344" y="8918"/>
                  </a:lnTo>
                  <a:cubicBezTo>
                    <a:pt x="1549" y="6067"/>
                    <a:pt x="2225" y="3072"/>
                    <a:pt x="2353" y="16"/>
                  </a:cubicBezTo>
                  <a:lnTo>
                    <a:pt x="198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672;p38">
              <a:extLst>
                <a:ext uri="{FF2B5EF4-FFF2-40B4-BE49-F238E27FC236}">
                  <a16:creationId xmlns:a16="http://schemas.microsoft.com/office/drawing/2014/main" id="{4914CF4A-EBFA-4424-B75C-226207EA7655}"/>
                </a:ext>
              </a:extLst>
            </p:cNvPr>
            <p:cNvSpPr/>
            <p:nvPr/>
          </p:nvSpPr>
          <p:spPr>
            <a:xfrm>
              <a:off x="7777252" y="3266712"/>
              <a:ext cx="175415" cy="110600"/>
            </a:xfrm>
            <a:custGeom>
              <a:avLst/>
              <a:gdLst/>
              <a:ahLst/>
              <a:cxnLst/>
              <a:rect l="l" t="t" r="r" b="b"/>
              <a:pathLst>
                <a:path w="8536" h="5382" extrusionOk="0">
                  <a:moveTo>
                    <a:pt x="8408" y="1"/>
                  </a:moveTo>
                  <a:cubicBezTo>
                    <a:pt x="6623" y="657"/>
                    <a:pt x="4905" y="1518"/>
                    <a:pt x="3303" y="2559"/>
                  </a:cubicBezTo>
                  <a:cubicBezTo>
                    <a:pt x="2140" y="3314"/>
                    <a:pt x="1029" y="4171"/>
                    <a:pt x="1" y="5105"/>
                  </a:cubicBezTo>
                  <a:lnTo>
                    <a:pt x="251" y="5382"/>
                  </a:lnTo>
                  <a:cubicBezTo>
                    <a:pt x="2687" y="3168"/>
                    <a:pt x="5474" y="1477"/>
                    <a:pt x="8535" y="351"/>
                  </a:cubicBezTo>
                  <a:lnTo>
                    <a:pt x="84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673;p38">
              <a:extLst>
                <a:ext uri="{FF2B5EF4-FFF2-40B4-BE49-F238E27FC236}">
                  <a16:creationId xmlns:a16="http://schemas.microsoft.com/office/drawing/2014/main" id="{31AE5DA2-3114-4983-805B-029D5C9DEC51}"/>
                </a:ext>
              </a:extLst>
            </p:cNvPr>
            <p:cNvSpPr/>
            <p:nvPr/>
          </p:nvSpPr>
          <p:spPr>
            <a:xfrm>
              <a:off x="7910106" y="3207384"/>
              <a:ext cx="808663" cy="631132"/>
            </a:xfrm>
            <a:custGeom>
              <a:avLst/>
              <a:gdLst/>
              <a:ahLst/>
              <a:cxnLst/>
              <a:rect l="l" t="t" r="r" b="b"/>
              <a:pathLst>
                <a:path w="39351" h="30712" extrusionOk="0">
                  <a:moveTo>
                    <a:pt x="2" y="0"/>
                  </a:moveTo>
                  <a:lnTo>
                    <a:pt x="1" y="2"/>
                  </a:lnTo>
                  <a:lnTo>
                    <a:pt x="23" y="19"/>
                  </a:lnTo>
                  <a:lnTo>
                    <a:pt x="23" y="19"/>
                  </a:lnTo>
                  <a:cubicBezTo>
                    <a:pt x="16" y="13"/>
                    <a:pt x="9" y="7"/>
                    <a:pt x="2" y="0"/>
                  </a:cubicBezTo>
                  <a:close/>
                  <a:moveTo>
                    <a:pt x="39183" y="30499"/>
                  </a:moveTo>
                  <a:lnTo>
                    <a:pt x="39268" y="30565"/>
                  </a:lnTo>
                  <a:lnTo>
                    <a:pt x="39351" y="30632"/>
                  </a:lnTo>
                  <a:cubicBezTo>
                    <a:pt x="39299" y="30584"/>
                    <a:pt x="39243" y="30539"/>
                    <a:pt x="39183" y="30499"/>
                  </a:cubicBezTo>
                  <a:close/>
                  <a:moveTo>
                    <a:pt x="23" y="19"/>
                  </a:moveTo>
                  <a:cubicBezTo>
                    <a:pt x="509" y="450"/>
                    <a:pt x="678" y="1242"/>
                    <a:pt x="702" y="2218"/>
                  </a:cubicBezTo>
                  <a:cubicBezTo>
                    <a:pt x="1716" y="18125"/>
                    <a:pt x="14938" y="30712"/>
                    <a:pt x="31101" y="30712"/>
                  </a:cubicBezTo>
                  <a:cubicBezTo>
                    <a:pt x="32952" y="30712"/>
                    <a:pt x="34764" y="30545"/>
                    <a:pt x="36525" y="30227"/>
                  </a:cubicBezTo>
                  <a:cubicBezTo>
                    <a:pt x="36943" y="30179"/>
                    <a:pt x="37315" y="30154"/>
                    <a:pt x="37645" y="30154"/>
                  </a:cubicBezTo>
                  <a:cubicBezTo>
                    <a:pt x="38329" y="30154"/>
                    <a:pt x="38831" y="30262"/>
                    <a:pt x="39183" y="30499"/>
                  </a:cubicBezTo>
                  <a:lnTo>
                    <a:pt x="39183" y="30499"/>
                  </a:lnTo>
                  <a:lnTo>
                    <a:pt x="23" y="19"/>
                  </a:lnTo>
                  <a:close/>
                </a:path>
              </a:pathLst>
            </a:custGeom>
            <a:solidFill>
              <a:schemeClr val="dk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663;p38">
            <a:extLst>
              <a:ext uri="{FF2B5EF4-FFF2-40B4-BE49-F238E27FC236}">
                <a16:creationId xmlns:a16="http://schemas.microsoft.com/office/drawing/2014/main" id="{5729FA93-3625-4E49-A458-17A56D321915}"/>
              </a:ext>
            </a:extLst>
          </p:cNvPr>
          <p:cNvSpPr/>
          <p:nvPr/>
        </p:nvSpPr>
        <p:spPr>
          <a:xfrm>
            <a:off x="6158199" y="3673939"/>
            <a:ext cx="385800" cy="385800"/>
          </a:xfrm>
          <a:prstGeom prst="ellipse">
            <a:avLst/>
          </a:prstGeom>
          <a:gradFill>
            <a:gsLst>
              <a:gs pos="0">
                <a:schemeClr val="accent1"/>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664;p38">
            <a:extLst>
              <a:ext uri="{FF2B5EF4-FFF2-40B4-BE49-F238E27FC236}">
                <a16:creationId xmlns:a16="http://schemas.microsoft.com/office/drawing/2014/main" id="{828DCAA7-6AB3-48BF-8DE5-8F59D4D07FE9}"/>
              </a:ext>
            </a:extLst>
          </p:cNvPr>
          <p:cNvSpPr/>
          <p:nvPr/>
        </p:nvSpPr>
        <p:spPr>
          <a:xfrm>
            <a:off x="2652161" y="879182"/>
            <a:ext cx="385800" cy="385800"/>
          </a:xfrm>
          <a:prstGeom prst="ellipse">
            <a:avLst/>
          </a:prstGeom>
          <a:gradFill>
            <a:gsLst>
              <a:gs pos="0">
                <a:schemeClr val="lt2"/>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662;p38">
            <a:extLst>
              <a:ext uri="{FF2B5EF4-FFF2-40B4-BE49-F238E27FC236}">
                <a16:creationId xmlns:a16="http://schemas.microsoft.com/office/drawing/2014/main" id="{BF3271D5-72CE-4694-8E5C-739EC1F0D52D}"/>
              </a:ext>
            </a:extLst>
          </p:cNvPr>
          <p:cNvSpPr/>
          <p:nvPr/>
        </p:nvSpPr>
        <p:spPr>
          <a:xfrm rot="-5400000">
            <a:off x="-36600" y="3753301"/>
            <a:ext cx="1638600" cy="139200"/>
          </a:xfrm>
          <a:prstGeom prst="roundRect">
            <a:avLst>
              <a:gd name="adj" fmla="val 50000"/>
            </a:avLst>
          </a:prstGeom>
          <a:gradFill>
            <a:gsLst>
              <a:gs pos="0">
                <a:schemeClr val="lt1"/>
              </a:gs>
              <a:gs pos="60000">
                <a:schemeClr val="accent3"/>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Multiplication Sign 16">
            <a:extLst>
              <a:ext uri="{FF2B5EF4-FFF2-40B4-BE49-F238E27FC236}">
                <a16:creationId xmlns:a16="http://schemas.microsoft.com/office/drawing/2014/main" id="{30A0E21F-6A3E-4CCA-96DE-EA08A036BC93}"/>
              </a:ext>
            </a:extLst>
          </p:cNvPr>
          <p:cNvSpPr/>
          <p:nvPr/>
        </p:nvSpPr>
        <p:spPr>
          <a:xfrm rot="19941660">
            <a:off x="6630218" y="373757"/>
            <a:ext cx="1755443" cy="1886525"/>
          </a:xfrm>
          <a:prstGeom prst="mathMultiply">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3959115657"/>
      </p:ext>
    </p:extLst>
  </p:cSld>
  <p:clrMapOvr>
    <a:masterClrMapping/>
  </p:clrMapOvr>
  <p:transition spd="slow">
    <p:randomBar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71"/>
        <p:cNvGrpSpPr/>
        <p:nvPr/>
      </p:nvGrpSpPr>
      <p:grpSpPr>
        <a:xfrm>
          <a:off x="0" y="0"/>
          <a:ext cx="0" cy="0"/>
          <a:chOff x="0" y="0"/>
          <a:chExt cx="0" cy="0"/>
        </a:xfrm>
      </p:grpSpPr>
      <p:sp>
        <p:nvSpPr>
          <p:cNvPr id="1372" name="Google Shape;1372;p63"/>
          <p:cNvSpPr txBox="1">
            <a:spLocks noGrp="1"/>
          </p:cNvSpPr>
          <p:nvPr>
            <p:ph type="title"/>
          </p:nvPr>
        </p:nvSpPr>
        <p:spPr>
          <a:xfrm>
            <a:off x="1481960" y="1284087"/>
            <a:ext cx="5534100" cy="12573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en" dirty="0"/>
              <a:t>Thanks!</a:t>
            </a:r>
            <a:endParaRPr dirty="0"/>
          </a:p>
        </p:txBody>
      </p:sp>
      <p:sp>
        <p:nvSpPr>
          <p:cNvPr id="1374" name="Google Shape;1374;p63"/>
          <p:cNvSpPr txBox="1"/>
          <p:nvPr/>
        </p:nvSpPr>
        <p:spPr>
          <a:xfrm>
            <a:off x="2711796" y="3557971"/>
            <a:ext cx="3628200" cy="217500"/>
          </a:xfrm>
          <a:prstGeom prst="rect">
            <a:avLst/>
          </a:prstGeom>
          <a:noFill/>
          <a:ln>
            <a:noFill/>
          </a:ln>
        </p:spPr>
        <p:txBody>
          <a:bodyPr spcFirstLastPara="1" wrap="square" lIns="91425" tIns="0" rIns="91425" bIns="91425" anchor="t" anchorCtr="0">
            <a:noAutofit/>
          </a:bodyPr>
          <a:lstStyle/>
          <a:p>
            <a:pPr marL="0" lvl="0" indent="0" algn="ctr" rtl="0">
              <a:spcBef>
                <a:spcPts val="300"/>
              </a:spcBef>
              <a:spcAft>
                <a:spcPts val="0"/>
              </a:spcAft>
              <a:buNone/>
            </a:pPr>
            <a:r>
              <a:rPr lang="en" sz="1200" dirty="0">
                <a:solidFill>
                  <a:schemeClr val="dk1"/>
                </a:solidFill>
                <a:latin typeface="Asap"/>
                <a:ea typeface="Asap"/>
                <a:cs typeface="Asap"/>
                <a:sym typeface="Asap"/>
              </a:rPr>
              <a:t>Please keep this slide for attribution</a:t>
            </a:r>
            <a:endParaRPr sz="1200" dirty="0">
              <a:solidFill>
                <a:schemeClr val="dk1"/>
              </a:solidFill>
              <a:latin typeface="Asap"/>
              <a:ea typeface="Asap"/>
              <a:cs typeface="Asap"/>
              <a:sym typeface="Asap"/>
            </a:endParaRPr>
          </a:p>
        </p:txBody>
      </p:sp>
      <p:grpSp>
        <p:nvGrpSpPr>
          <p:cNvPr id="1375" name="Google Shape;1375;p63"/>
          <p:cNvGrpSpPr/>
          <p:nvPr/>
        </p:nvGrpSpPr>
        <p:grpSpPr>
          <a:xfrm>
            <a:off x="3473349" y="2851459"/>
            <a:ext cx="1982149" cy="388966"/>
            <a:chOff x="3580921" y="3849635"/>
            <a:chExt cx="1982149" cy="388966"/>
          </a:xfrm>
        </p:grpSpPr>
        <p:grpSp>
          <p:nvGrpSpPr>
            <p:cNvPr id="1376" name="Google Shape;1376;p63"/>
            <p:cNvGrpSpPr/>
            <p:nvPr/>
          </p:nvGrpSpPr>
          <p:grpSpPr>
            <a:xfrm>
              <a:off x="3580921" y="3850300"/>
              <a:ext cx="387681" cy="387661"/>
              <a:chOff x="266768" y="1721375"/>
              <a:chExt cx="397907" cy="397887"/>
            </a:xfrm>
          </p:grpSpPr>
          <p:sp>
            <p:nvSpPr>
              <p:cNvPr id="1377" name="Google Shape;1377;p63"/>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63"/>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9" name="Google Shape;1379;p63"/>
            <p:cNvGrpSpPr/>
            <p:nvPr/>
          </p:nvGrpSpPr>
          <p:grpSpPr>
            <a:xfrm>
              <a:off x="4643043" y="3850300"/>
              <a:ext cx="387661" cy="387661"/>
              <a:chOff x="1379798" y="1723250"/>
              <a:chExt cx="397887" cy="397887"/>
            </a:xfrm>
          </p:grpSpPr>
          <p:sp>
            <p:nvSpPr>
              <p:cNvPr id="1380" name="Google Shape;1380;p63"/>
              <p:cNvSpPr/>
              <p:nvPr/>
            </p:nvSpPr>
            <p:spPr>
              <a:xfrm>
                <a:off x="1462169" y="1793977"/>
                <a:ext cx="23354" cy="23312"/>
              </a:xfrm>
              <a:custGeom>
                <a:avLst/>
                <a:gdLst/>
                <a:ahLst/>
                <a:cxnLst/>
                <a:rect l="l" t="t" r="r" b="b"/>
                <a:pathLst>
                  <a:path w="1119" h="1117" extrusionOk="0">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63"/>
              <p:cNvSpPr/>
              <p:nvPr/>
            </p:nvSpPr>
            <p:spPr>
              <a:xfrm>
                <a:off x="1379798" y="1723250"/>
                <a:ext cx="397887" cy="397887"/>
              </a:xfrm>
              <a:custGeom>
                <a:avLst/>
                <a:gdLst/>
                <a:ahLst/>
                <a:cxnLst/>
                <a:rect l="l" t="t" r="r" b="b"/>
                <a:pathLst>
                  <a:path w="19065" h="19065" extrusionOk="0">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63"/>
              <p:cNvSpPr/>
              <p:nvPr/>
            </p:nvSpPr>
            <p:spPr>
              <a:xfrm>
                <a:off x="1555413" y="1886846"/>
                <a:ext cx="139912" cy="163558"/>
              </a:xfrm>
              <a:custGeom>
                <a:avLst/>
                <a:gdLst/>
                <a:ahLst/>
                <a:cxnLst/>
                <a:rect l="l" t="t" r="r" b="b"/>
                <a:pathLst>
                  <a:path w="6704" h="7837" extrusionOk="0">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63"/>
              <p:cNvSpPr/>
              <p:nvPr/>
            </p:nvSpPr>
            <p:spPr>
              <a:xfrm>
                <a:off x="1462169" y="1887200"/>
                <a:ext cx="23354" cy="163203"/>
              </a:xfrm>
              <a:custGeom>
                <a:avLst/>
                <a:gdLst/>
                <a:ahLst/>
                <a:cxnLst/>
                <a:rect l="l" t="t" r="r" b="b"/>
                <a:pathLst>
                  <a:path w="1119" h="7820" extrusionOk="0">
                    <a:moveTo>
                      <a:pt x="0" y="0"/>
                    </a:moveTo>
                    <a:lnTo>
                      <a:pt x="0" y="7819"/>
                    </a:lnTo>
                    <a:lnTo>
                      <a:pt x="1118" y="7819"/>
                    </a:lnTo>
                    <a:lnTo>
                      <a:pt x="111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4" name="Google Shape;1384;p63"/>
            <p:cNvGrpSpPr/>
            <p:nvPr/>
          </p:nvGrpSpPr>
          <p:grpSpPr>
            <a:xfrm>
              <a:off x="4112002" y="3850300"/>
              <a:ext cx="387641" cy="387661"/>
              <a:chOff x="864491" y="1723250"/>
              <a:chExt cx="397866" cy="397887"/>
            </a:xfrm>
          </p:grpSpPr>
          <p:sp>
            <p:nvSpPr>
              <p:cNvPr id="1385" name="Google Shape;1385;p63"/>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63"/>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63"/>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8" name="Google Shape;1388;p63"/>
            <p:cNvGrpSpPr/>
            <p:nvPr/>
          </p:nvGrpSpPr>
          <p:grpSpPr>
            <a:xfrm>
              <a:off x="5174104" y="3849635"/>
              <a:ext cx="388966" cy="388966"/>
              <a:chOff x="1190625" y="238125"/>
              <a:chExt cx="5235075" cy="5235075"/>
            </a:xfrm>
          </p:grpSpPr>
          <p:sp>
            <p:nvSpPr>
              <p:cNvPr id="1389" name="Google Shape;1389;p63"/>
              <p:cNvSpPr/>
              <p:nvPr/>
            </p:nvSpPr>
            <p:spPr>
              <a:xfrm>
                <a:off x="2315100" y="1168900"/>
                <a:ext cx="2952100" cy="3373700"/>
              </a:xfrm>
              <a:custGeom>
                <a:avLst/>
                <a:gdLst/>
                <a:ahLst/>
                <a:cxnLst/>
                <a:rect l="l" t="t" r="r" b="b"/>
                <a:pathLst>
                  <a:path w="118084" h="134948" extrusionOk="0">
                    <a:moveTo>
                      <a:pt x="69703" y="1"/>
                    </a:moveTo>
                    <a:cubicBezTo>
                      <a:pt x="69732" y="18483"/>
                      <a:pt x="69791" y="73192"/>
                      <a:pt x="69614" y="94277"/>
                    </a:cubicBezTo>
                    <a:cubicBezTo>
                      <a:pt x="69555" y="101848"/>
                      <a:pt x="66627" y="108827"/>
                      <a:pt x="61393" y="113914"/>
                    </a:cubicBezTo>
                    <a:cubicBezTo>
                      <a:pt x="56291" y="118871"/>
                      <a:pt x="49391" y="121638"/>
                      <a:pt x="41981" y="121638"/>
                    </a:cubicBezTo>
                    <a:cubicBezTo>
                      <a:pt x="41788" y="121638"/>
                      <a:pt x="41595" y="121636"/>
                      <a:pt x="41402" y="121632"/>
                    </a:cubicBezTo>
                    <a:cubicBezTo>
                      <a:pt x="26527" y="121336"/>
                      <a:pt x="14462" y="109005"/>
                      <a:pt x="14491" y="94159"/>
                    </a:cubicBezTo>
                    <a:cubicBezTo>
                      <a:pt x="14491" y="82094"/>
                      <a:pt x="22387" y="71477"/>
                      <a:pt x="33950" y="67988"/>
                    </a:cubicBezTo>
                    <a:lnTo>
                      <a:pt x="33861" y="54473"/>
                    </a:lnTo>
                    <a:cubicBezTo>
                      <a:pt x="25522" y="56070"/>
                      <a:pt x="17360" y="60949"/>
                      <a:pt x="11238" y="68224"/>
                    </a:cubicBezTo>
                    <a:cubicBezTo>
                      <a:pt x="3401" y="77480"/>
                      <a:pt x="1" y="88984"/>
                      <a:pt x="1864" y="99837"/>
                    </a:cubicBezTo>
                    <a:cubicBezTo>
                      <a:pt x="3668" y="109951"/>
                      <a:pt x="8961" y="119148"/>
                      <a:pt x="16857" y="125772"/>
                    </a:cubicBezTo>
                    <a:cubicBezTo>
                      <a:pt x="23901" y="131741"/>
                      <a:pt x="32192" y="134947"/>
                      <a:pt x="40396" y="134947"/>
                    </a:cubicBezTo>
                    <a:cubicBezTo>
                      <a:pt x="41215" y="134947"/>
                      <a:pt x="42034" y="134915"/>
                      <a:pt x="42851" y="134851"/>
                    </a:cubicBezTo>
                    <a:cubicBezTo>
                      <a:pt x="66893" y="133017"/>
                      <a:pt x="82508" y="116634"/>
                      <a:pt x="82596" y="93183"/>
                    </a:cubicBezTo>
                    <a:lnTo>
                      <a:pt x="82626" y="43738"/>
                    </a:lnTo>
                    <a:cubicBezTo>
                      <a:pt x="82626" y="40066"/>
                      <a:pt x="85620" y="37517"/>
                      <a:pt x="88833" y="37517"/>
                    </a:cubicBezTo>
                    <a:cubicBezTo>
                      <a:pt x="90045" y="37517"/>
                      <a:pt x="91289" y="37880"/>
                      <a:pt x="92414" y="38681"/>
                    </a:cubicBezTo>
                    <a:cubicBezTo>
                      <a:pt x="100014" y="44064"/>
                      <a:pt x="111163" y="46104"/>
                      <a:pt x="118083" y="46873"/>
                    </a:cubicBezTo>
                    <a:lnTo>
                      <a:pt x="118083" y="34127"/>
                    </a:lnTo>
                    <a:cubicBezTo>
                      <a:pt x="112405" y="32530"/>
                      <a:pt x="106432" y="30697"/>
                      <a:pt x="101197" y="27503"/>
                    </a:cubicBezTo>
                    <a:cubicBezTo>
                      <a:pt x="91320" y="21441"/>
                      <a:pt x="85228" y="12214"/>
                      <a:pt x="83069" y="30"/>
                    </a:cubicBezTo>
                    <a:lnTo>
                      <a:pt x="8306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63"/>
              <p:cNvSpPr/>
              <p:nvPr/>
            </p:nvSpPr>
            <p:spPr>
              <a:xfrm>
                <a:off x="1190625" y="238125"/>
                <a:ext cx="5235075" cy="5235075"/>
              </a:xfrm>
              <a:custGeom>
                <a:avLst/>
                <a:gdLst/>
                <a:ahLst/>
                <a:cxnLst/>
                <a:rect l="l" t="t" r="r" b="b"/>
                <a:pathLst>
                  <a:path w="209403" h="209403" extrusionOk="0">
                    <a:moveTo>
                      <a:pt x="108469" y="24836"/>
                    </a:moveTo>
                    <a:cubicBezTo>
                      <a:pt x="108549" y="24836"/>
                      <a:pt x="108628" y="24838"/>
                      <a:pt x="108708" y="24841"/>
                    </a:cubicBezTo>
                    <a:lnTo>
                      <a:pt x="132248" y="24841"/>
                    </a:lnTo>
                    <a:cubicBezTo>
                      <a:pt x="132267" y="24841"/>
                      <a:pt x="132287" y="24841"/>
                      <a:pt x="132306" y="24841"/>
                    </a:cubicBezTo>
                    <a:cubicBezTo>
                      <a:pt x="136154" y="24841"/>
                      <a:pt x="139377" y="27758"/>
                      <a:pt x="139789" y="31583"/>
                    </a:cubicBezTo>
                    <a:cubicBezTo>
                      <a:pt x="140794" y="42082"/>
                      <a:pt x="144993" y="49445"/>
                      <a:pt x="152653" y="54147"/>
                    </a:cubicBezTo>
                    <a:cubicBezTo>
                      <a:pt x="156556" y="56542"/>
                      <a:pt x="161406" y="57991"/>
                      <a:pt x="166463" y="59411"/>
                    </a:cubicBezTo>
                    <a:cubicBezTo>
                      <a:pt x="167557" y="59736"/>
                      <a:pt x="168651" y="59973"/>
                      <a:pt x="169775" y="60150"/>
                    </a:cubicBezTo>
                    <a:cubicBezTo>
                      <a:pt x="173028" y="60357"/>
                      <a:pt x="175512" y="63078"/>
                      <a:pt x="175453" y="66331"/>
                    </a:cubicBezTo>
                    <a:lnTo>
                      <a:pt x="175453" y="90787"/>
                    </a:lnTo>
                    <a:cubicBezTo>
                      <a:pt x="175453" y="92414"/>
                      <a:pt x="174802" y="94011"/>
                      <a:pt x="173620" y="95194"/>
                    </a:cubicBezTo>
                    <a:cubicBezTo>
                      <a:pt x="172462" y="96322"/>
                      <a:pt x="170909" y="96969"/>
                      <a:pt x="169292" y="96969"/>
                    </a:cubicBezTo>
                    <a:cubicBezTo>
                      <a:pt x="169256" y="96969"/>
                      <a:pt x="169220" y="96969"/>
                      <a:pt x="169184" y="96968"/>
                    </a:cubicBezTo>
                    <a:cubicBezTo>
                      <a:pt x="168444" y="96968"/>
                      <a:pt x="154871" y="96702"/>
                      <a:pt x="141888" y="91970"/>
                    </a:cubicBezTo>
                    <a:cubicBezTo>
                      <a:pt x="141720" y="91905"/>
                      <a:pt x="141550" y="91875"/>
                      <a:pt x="141384" y="91875"/>
                    </a:cubicBezTo>
                    <a:cubicBezTo>
                      <a:pt x="140646" y="91875"/>
                      <a:pt x="139996" y="92474"/>
                      <a:pt x="139996" y="93271"/>
                    </a:cubicBezTo>
                    <a:lnTo>
                      <a:pt x="139966" y="130444"/>
                    </a:lnTo>
                    <a:cubicBezTo>
                      <a:pt x="139848" y="160371"/>
                      <a:pt x="119265" y="182077"/>
                      <a:pt x="88776" y="184443"/>
                    </a:cubicBezTo>
                    <a:cubicBezTo>
                      <a:pt x="87653" y="184532"/>
                      <a:pt x="86529" y="184561"/>
                      <a:pt x="85405" y="184561"/>
                    </a:cubicBezTo>
                    <a:cubicBezTo>
                      <a:pt x="61481" y="184561"/>
                      <a:pt x="39095" y="164896"/>
                      <a:pt x="34629" y="139168"/>
                    </a:cubicBezTo>
                    <a:cubicBezTo>
                      <a:pt x="32116" y="124707"/>
                      <a:pt x="36522" y="109507"/>
                      <a:pt x="46724" y="97441"/>
                    </a:cubicBezTo>
                    <a:cubicBezTo>
                      <a:pt x="56803" y="85541"/>
                      <a:pt x="70647" y="78721"/>
                      <a:pt x="84747" y="78721"/>
                    </a:cubicBezTo>
                    <a:cubicBezTo>
                      <a:pt x="84839" y="78721"/>
                      <a:pt x="84930" y="78721"/>
                      <a:pt x="85021" y="78722"/>
                    </a:cubicBezTo>
                    <a:cubicBezTo>
                      <a:pt x="88392" y="78722"/>
                      <a:pt x="91142" y="81472"/>
                      <a:pt x="91172" y="84873"/>
                    </a:cubicBezTo>
                    <a:lnTo>
                      <a:pt x="91349" y="108856"/>
                    </a:lnTo>
                    <a:cubicBezTo>
                      <a:pt x="91349" y="112641"/>
                      <a:pt x="88658" y="116013"/>
                      <a:pt x="84902" y="116545"/>
                    </a:cubicBezTo>
                    <a:cubicBezTo>
                      <a:pt x="77125" y="117580"/>
                      <a:pt x="71447" y="124441"/>
                      <a:pt x="71890" y="132277"/>
                    </a:cubicBezTo>
                    <a:cubicBezTo>
                      <a:pt x="72334" y="140114"/>
                      <a:pt x="78751" y="146295"/>
                      <a:pt x="86618" y="146443"/>
                    </a:cubicBezTo>
                    <a:cubicBezTo>
                      <a:pt x="86736" y="146445"/>
                      <a:pt x="86855" y="146446"/>
                      <a:pt x="86973" y="146446"/>
                    </a:cubicBezTo>
                    <a:cubicBezTo>
                      <a:pt x="91096" y="146446"/>
                      <a:pt x="94919" y="144946"/>
                      <a:pt x="97707" y="142243"/>
                    </a:cubicBezTo>
                    <a:cubicBezTo>
                      <a:pt x="100605" y="139434"/>
                      <a:pt x="102143" y="135619"/>
                      <a:pt x="102173" y="131390"/>
                    </a:cubicBezTo>
                    <a:cubicBezTo>
                      <a:pt x="102380" y="106047"/>
                      <a:pt x="102291" y="31790"/>
                      <a:pt x="102291" y="31051"/>
                    </a:cubicBezTo>
                    <a:cubicBezTo>
                      <a:pt x="102291" y="28419"/>
                      <a:pt x="103917" y="26083"/>
                      <a:pt x="106401" y="25196"/>
                    </a:cubicBezTo>
                    <a:cubicBezTo>
                      <a:pt x="107067" y="24956"/>
                      <a:pt x="107756" y="24836"/>
                      <a:pt x="108469" y="24836"/>
                    </a:cubicBezTo>
                    <a:close/>
                    <a:moveTo>
                      <a:pt x="33831" y="0"/>
                    </a:moveTo>
                    <a:cubicBezTo>
                      <a:pt x="15141" y="0"/>
                      <a:pt x="0" y="15141"/>
                      <a:pt x="0" y="33831"/>
                    </a:cubicBezTo>
                    <a:lnTo>
                      <a:pt x="0" y="175601"/>
                    </a:lnTo>
                    <a:cubicBezTo>
                      <a:pt x="0" y="194261"/>
                      <a:pt x="15141" y="209402"/>
                      <a:pt x="33831" y="209402"/>
                    </a:cubicBezTo>
                    <a:lnTo>
                      <a:pt x="175601" y="209402"/>
                    </a:lnTo>
                    <a:cubicBezTo>
                      <a:pt x="194261" y="209402"/>
                      <a:pt x="209402" y="194261"/>
                      <a:pt x="209402" y="175601"/>
                    </a:cubicBezTo>
                    <a:lnTo>
                      <a:pt x="209402" y="33831"/>
                    </a:lnTo>
                    <a:cubicBezTo>
                      <a:pt x="209402" y="15141"/>
                      <a:pt x="194261" y="0"/>
                      <a:pt x="1756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91" name="Google Shape;1391;p63"/>
          <p:cNvSpPr/>
          <p:nvPr/>
        </p:nvSpPr>
        <p:spPr>
          <a:xfrm>
            <a:off x="809925" y="3240425"/>
            <a:ext cx="385800" cy="385800"/>
          </a:xfrm>
          <a:prstGeom prst="ellipse">
            <a:avLst/>
          </a:prstGeom>
          <a:gradFill>
            <a:gsLst>
              <a:gs pos="0">
                <a:schemeClr val="accent1"/>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63"/>
          <p:cNvSpPr/>
          <p:nvPr/>
        </p:nvSpPr>
        <p:spPr>
          <a:xfrm>
            <a:off x="7604500" y="1005925"/>
            <a:ext cx="385800" cy="385800"/>
          </a:xfrm>
          <a:prstGeom prst="ellipse">
            <a:avLst/>
          </a:prstGeom>
          <a:gradFill>
            <a:gsLst>
              <a:gs pos="0">
                <a:schemeClr val="accent2"/>
              </a:gs>
              <a:gs pos="6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63"/>
          <p:cNvSpPr/>
          <p:nvPr/>
        </p:nvSpPr>
        <p:spPr>
          <a:xfrm>
            <a:off x="6467475" y="2515350"/>
            <a:ext cx="1566300" cy="139200"/>
          </a:xfrm>
          <a:prstGeom prst="roundRect">
            <a:avLst>
              <a:gd name="adj" fmla="val 50000"/>
            </a:avLst>
          </a:prstGeom>
          <a:gradFill>
            <a:gsLst>
              <a:gs pos="0">
                <a:schemeClr val="lt1"/>
              </a:gs>
              <a:gs pos="60000">
                <a:schemeClr val="accent1"/>
              </a:gs>
              <a:gs pos="100000">
                <a:schemeClr val="accen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63"/>
          <p:cNvSpPr txBox="1">
            <a:spLocks noGrp="1"/>
          </p:cNvSpPr>
          <p:nvPr>
            <p:ph type="title" idx="2"/>
          </p:nvPr>
        </p:nvSpPr>
        <p:spPr>
          <a:xfrm>
            <a:off x="1481960" y="1284087"/>
            <a:ext cx="5534100" cy="12573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en" dirty="0"/>
              <a:t>Thanks!</a:t>
            </a:r>
            <a:endParaRPr dirty="0"/>
          </a:p>
        </p:txBody>
      </p:sp>
      <p:sp>
        <p:nvSpPr>
          <p:cNvPr id="5" name="Rectangle 4">
            <a:extLst>
              <a:ext uri="{FF2B5EF4-FFF2-40B4-BE49-F238E27FC236}">
                <a16:creationId xmlns:a16="http://schemas.microsoft.com/office/drawing/2014/main" id="{39FE5F33-28CA-4A37-9E14-009F80F70CA5}"/>
              </a:ext>
            </a:extLst>
          </p:cNvPr>
          <p:cNvSpPr/>
          <p:nvPr/>
        </p:nvSpPr>
        <p:spPr>
          <a:xfrm>
            <a:off x="2282158" y="3240425"/>
            <a:ext cx="4487476" cy="324967"/>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bg1"/>
                </a:solidFill>
              </a:ln>
              <a:solidFill>
                <a:sysClr val="windowText" lastClr="000000"/>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0"/>
                                  </p:stCondLst>
                                  <p:iterate type="lt">
                                    <p:tmPct val="10000"/>
                                  </p:iterate>
                                  <p:childTnLst>
                                    <p:set>
                                      <p:cBhvr>
                                        <p:cTn id="6" dur="1" fill="hold">
                                          <p:stCondLst>
                                            <p:cond delay="0"/>
                                          </p:stCondLst>
                                        </p:cTn>
                                        <p:tgtEl>
                                          <p:spTgt spid="1394"/>
                                        </p:tgtEl>
                                        <p:attrNameLst>
                                          <p:attrName>style.visibility</p:attrName>
                                        </p:attrNameLst>
                                      </p:cBhvr>
                                      <p:to>
                                        <p:strVal val="visible"/>
                                      </p:to>
                                    </p:set>
                                    <p:anim calcmode="lin" valueType="num">
                                      <p:cBhvr>
                                        <p:cTn id="7" dur="1500" fill="hold"/>
                                        <p:tgtEl>
                                          <p:spTgt spid="1394"/>
                                        </p:tgtEl>
                                        <p:attrNameLst>
                                          <p:attrName>ppt_x</p:attrName>
                                        </p:attrNameLst>
                                      </p:cBhvr>
                                      <p:tavLst>
                                        <p:tav tm="0">
                                          <p:val>
                                            <p:strVal val="#ppt_x"/>
                                          </p:val>
                                        </p:tav>
                                        <p:tav tm="50000">
                                          <p:val>
                                            <p:strVal val="#ppt_x+.1"/>
                                          </p:val>
                                        </p:tav>
                                        <p:tav tm="100000">
                                          <p:val>
                                            <p:strVal val="#ppt_x"/>
                                          </p:val>
                                        </p:tav>
                                      </p:tavLst>
                                    </p:anim>
                                    <p:anim calcmode="lin" valueType="num">
                                      <p:cBhvr>
                                        <p:cTn id="8" dur="1500" fill="hold"/>
                                        <p:tgtEl>
                                          <p:spTgt spid="1394"/>
                                        </p:tgtEl>
                                        <p:attrNameLst>
                                          <p:attrName>ppt_y</p:attrName>
                                        </p:attrNameLst>
                                      </p:cBhvr>
                                      <p:tavLst>
                                        <p:tav tm="0">
                                          <p:val>
                                            <p:strVal val="#ppt_y"/>
                                          </p:val>
                                        </p:tav>
                                        <p:tav tm="100000">
                                          <p:val>
                                            <p:strVal val="#ppt_y"/>
                                          </p:val>
                                        </p:tav>
                                      </p:tavLst>
                                    </p:anim>
                                    <p:anim calcmode="lin" valueType="num">
                                      <p:cBhvr>
                                        <p:cTn id="9" dur="1500" fill="hold"/>
                                        <p:tgtEl>
                                          <p:spTgt spid="1394"/>
                                        </p:tgtEl>
                                        <p:attrNameLst>
                                          <p:attrName>ppt_h</p:attrName>
                                        </p:attrNameLst>
                                      </p:cBhvr>
                                      <p:tavLst>
                                        <p:tav tm="0">
                                          <p:val>
                                            <p:strVal val="#ppt_h/10"/>
                                          </p:val>
                                        </p:tav>
                                        <p:tav tm="50000">
                                          <p:val>
                                            <p:strVal val="#ppt_h+.01"/>
                                          </p:val>
                                        </p:tav>
                                        <p:tav tm="100000">
                                          <p:val>
                                            <p:strVal val="#ppt_h"/>
                                          </p:val>
                                        </p:tav>
                                      </p:tavLst>
                                    </p:anim>
                                    <p:anim calcmode="lin" valueType="num">
                                      <p:cBhvr>
                                        <p:cTn id="10" dur="1500" fill="hold"/>
                                        <p:tgtEl>
                                          <p:spTgt spid="139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1500" tmFilter="0,0; .5, 1; 1, 1"/>
                                        <p:tgtEl>
                                          <p:spTgt spid="13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4" grpId="0"/>
    </p:bldLst>
  </p:timing>
</p:sld>
</file>

<file path=ppt/theme/theme1.xml><?xml version="1.0" encoding="utf-8"?>
<a:theme xmlns:a="http://schemas.openxmlformats.org/drawingml/2006/main" name="Placeholder Texts">
  <a:themeElements>
    <a:clrScheme name="Simple Light">
      <a:dk1>
        <a:srgbClr val="FFFFFF"/>
      </a:dk1>
      <a:lt1>
        <a:srgbClr val="1C2026"/>
      </a:lt1>
      <a:dk2>
        <a:srgbClr val="FFFFFF"/>
      </a:dk2>
      <a:lt2>
        <a:srgbClr val="0098FF"/>
      </a:lt2>
      <a:accent1>
        <a:srgbClr val="00F0E9"/>
      </a:accent1>
      <a:accent2>
        <a:srgbClr val="FF0B53"/>
      </a:accent2>
      <a:accent3>
        <a:srgbClr val="FF6196"/>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TotalTime>
  <Words>427</Words>
  <Application>Microsoft Office PowerPoint</Application>
  <PresentationFormat>On-screen Show (16:9)</PresentationFormat>
  <Paragraphs>54</Paragraphs>
  <Slides>11</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Tw Cen MT</vt:lpstr>
      <vt:lpstr>Roboto Condensed Light</vt:lpstr>
      <vt:lpstr>Metrophobic</vt:lpstr>
      <vt:lpstr>Arial</vt:lpstr>
      <vt:lpstr>Asap</vt:lpstr>
      <vt:lpstr>Times New Roman</vt:lpstr>
      <vt:lpstr>Placeholder Texts</vt:lpstr>
      <vt:lpstr> quiz game</vt:lpstr>
      <vt:lpstr>Purpose of project</vt:lpstr>
      <vt:lpstr>Scope of project</vt:lpstr>
      <vt:lpstr>Features</vt:lpstr>
      <vt:lpstr>PowerPoint Presentation</vt:lpstr>
      <vt:lpstr>Flowchart</vt:lpstr>
      <vt:lpstr>PowerPoint Presentation</vt:lpstr>
      <vt:lpstr>Expected output</vt:lpstr>
      <vt:lpstr>Glimpse of output</vt:lpstr>
      <vt:lpstr>conclusion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Simple quiz game</dc:title>
  <cp:lastModifiedBy>niranjan chand thakuri</cp:lastModifiedBy>
  <cp:revision>7</cp:revision>
  <dcterms:modified xsi:type="dcterms:W3CDTF">2022-06-15T02:51:27Z</dcterms:modified>
</cp:coreProperties>
</file>