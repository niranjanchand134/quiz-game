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sldIdLst>
    <p:sldId id="256" r:id="rId2"/>
    <p:sldId id="267" r:id="rId3"/>
    <p:sldId id="262" r:id="rId4"/>
    <p:sldId id="258" r:id="rId5"/>
    <p:sldId id="259" r:id="rId6"/>
    <p:sldId id="266" r:id="rId7"/>
    <p:sldId id="268" r:id="rId8"/>
    <p:sldId id="269" r:id="rId9"/>
    <p:sldId id="270" r:id="rId10"/>
    <p:sldId id="264"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IW" lastIdx="1"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D5DAF-DF33-424F-804A-4BEADA6F8843}" v="4" dt="2021-09-21T02:05:51.123"/>
    <p1510:client id="{2A8A5598-9A00-42A3-A668-6D758272A663}" v="195" dt="2021-09-20T08:12:42.234"/>
    <p1510:client id="{6148A8D6-21B2-469B-AD98-5E208F7C14A7}" v="39" dt="2021-09-20T14:38:06.987"/>
    <p1510:client id="{8E6CB066-BC6B-8277-A30A-BEB73F30C50F}" v="1" dt="2021-09-20T09:44:52.981"/>
    <p1510:client id="{9CDB069F-08D4-48BA-932F-6AA7237D1F43}" v="1652" dt="2021-09-20T15:48:55.673"/>
    <p1510:client id="{A604FF21-6FD3-F5E6-F600-6E6AC26C03CD}" v="603" dt="2021-09-20T09:40:42.520"/>
    <p1510:client id="{AB661CD3-A284-42FD-A436-08B16BD999AF}" v="20" dt="2021-09-20T08:05:43.518"/>
    <p1510:client id="{ACA7211C-A758-4F20-9D6A-140F1615BC37}" v="167" dt="2021-09-21T02:21:24.032"/>
    <p1510:client id="{CE1F6599-1674-4828-B8A9-35BBEA352C5C}" v="3" dt="2021-09-20T07:07:36.3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Karki" userId="S::rahul@virinchicollege.edu.np::1a503400-6c98-41aa-afaa-c44533558e0c" providerId="AD" clId="Web-{8E6CB066-BC6B-8277-A30A-BEB73F30C50F}"/>
    <pc:docChg chg="modSld">
      <pc:chgData name="Rahul Karki" userId="S::rahul@virinchicollege.edu.np::1a503400-6c98-41aa-afaa-c44533558e0c" providerId="AD" clId="Web-{8E6CB066-BC6B-8277-A30A-BEB73F30C50F}" dt="2021-09-20T09:44:52.981" v="0"/>
      <pc:docMkLst>
        <pc:docMk/>
      </pc:docMkLst>
      <pc:sldChg chg="addSp">
        <pc:chgData name="Rahul Karki" userId="S::rahul@virinchicollege.edu.np::1a503400-6c98-41aa-afaa-c44533558e0c" providerId="AD" clId="Web-{8E6CB066-BC6B-8277-A30A-BEB73F30C50F}" dt="2021-09-20T09:44:52.981" v="0"/>
        <pc:sldMkLst>
          <pc:docMk/>
          <pc:sldMk cId="1589085034" sldId="256"/>
        </pc:sldMkLst>
        <pc:spChg chg="add">
          <ac:chgData name="Rahul Karki" userId="S::rahul@virinchicollege.edu.np::1a503400-6c98-41aa-afaa-c44533558e0c" providerId="AD" clId="Web-{8E6CB066-BC6B-8277-A30A-BEB73F30C50F}" dt="2021-09-20T09:44:52.981" v="0"/>
          <ac:spMkLst>
            <pc:docMk/>
            <pc:sldMk cId="1589085034" sldId="256"/>
            <ac:spMk id="5" creationId="{24E40834-EAD2-439C-991B-CC3B837924DB}"/>
          </ac:spMkLst>
        </pc:spChg>
      </pc:sldChg>
    </pc:docChg>
  </pc:docChgLst>
  <pc:docChgLst>
    <pc:chgData name="Bijen Risal" userId="S::bijen2021@virinchicollege.edu.np::e68cbc7c-d24a-4155-a2bc-155a63b69526" providerId="AD" clId="Web-{ACA7211C-A758-4F20-9D6A-140F1615BC37}"/>
    <pc:docChg chg="delSld modSld sldOrd">
      <pc:chgData name="Bijen Risal" userId="S::bijen2021@virinchicollege.edu.np::e68cbc7c-d24a-4155-a2bc-155a63b69526" providerId="AD" clId="Web-{ACA7211C-A758-4F20-9D6A-140F1615BC37}" dt="2021-09-21T02:21:22.188" v="86" actId="20577"/>
      <pc:docMkLst>
        <pc:docMk/>
      </pc:docMkLst>
      <pc:sldChg chg="modSp">
        <pc:chgData name="Bijen Risal" userId="S::bijen2021@virinchicollege.edu.np::e68cbc7c-d24a-4155-a2bc-155a63b69526" providerId="AD" clId="Web-{ACA7211C-A758-4F20-9D6A-140F1615BC37}" dt="2021-09-21T02:17:10.372" v="23" actId="20577"/>
        <pc:sldMkLst>
          <pc:docMk/>
          <pc:sldMk cId="1589085034" sldId="256"/>
        </pc:sldMkLst>
        <pc:spChg chg="mod">
          <ac:chgData name="Bijen Risal" userId="S::bijen2021@virinchicollege.edu.np::e68cbc7c-d24a-4155-a2bc-155a63b69526" providerId="AD" clId="Web-{ACA7211C-A758-4F20-9D6A-140F1615BC37}" dt="2021-09-21T02:16:56.465" v="9" actId="20577"/>
          <ac:spMkLst>
            <pc:docMk/>
            <pc:sldMk cId="1589085034" sldId="256"/>
            <ac:spMk id="4" creationId="{9D119BF4-A040-4E05-BD74-6135DACF9139}"/>
          </ac:spMkLst>
        </pc:spChg>
        <pc:spChg chg="mod">
          <ac:chgData name="Bijen Risal" userId="S::bijen2021@virinchicollege.edu.np::e68cbc7c-d24a-4155-a2bc-155a63b69526" providerId="AD" clId="Web-{ACA7211C-A758-4F20-9D6A-140F1615BC37}" dt="2021-09-21T02:17:10.372" v="23" actId="20577"/>
          <ac:spMkLst>
            <pc:docMk/>
            <pc:sldMk cId="1589085034" sldId="256"/>
            <ac:spMk id="5" creationId="{24E40834-EAD2-439C-991B-CC3B837924DB}"/>
          </ac:spMkLst>
        </pc:spChg>
      </pc:sldChg>
      <pc:sldChg chg="modSp ord">
        <pc:chgData name="Bijen Risal" userId="S::bijen2021@virinchicollege.edu.np::e68cbc7c-d24a-4155-a2bc-155a63b69526" providerId="AD" clId="Web-{ACA7211C-A758-4F20-9D6A-140F1615BC37}" dt="2021-09-21T02:19:13.827" v="51"/>
        <pc:sldMkLst>
          <pc:docMk/>
          <pc:sldMk cId="647932677" sldId="257"/>
        </pc:sldMkLst>
        <pc:spChg chg="mod">
          <ac:chgData name="Bijen Risal" userId="S::bijen2021@virinchicollege.edu.np::e68cbc7c-d24a-4155-a2bc-155a63b69526" providerId="AD" clId="Web-{ACA7211C-A758-4F20-9D6A-140F1615BC37}" dt="2021-09-21T02:19:08.045" v="50" actId="20577"/>
          <ac:spMkLst>
            <pc:docMk/>
            <pc:sldMk cId="647932677" sldId="257"/>
            <ac:spMk id="2" creationId="{19DDB57D-A6FE-4F48-B4FB-55686826A245}"/>
          </ac:spMkLst>
        </pc:spChg>
        <pc:spChg chg="mod">
          <ac:chgData name="Bijen Risal" userId="S::bijen2021@virinchicollege.edu.np::e68cbc7c-d24a-4155-a2bc-155a63b69526" providerId="AD" clId="Web-{ACA7211C-A758-4F20-9D6A-140F1615BC37}" dt="2021-09-21T02:18:59.155" v="42" actId="20577"/>
          <ac:spMkLst>
            <pc:docMk/>
            <pc:sldMk cId="647932677" sldId="257"/>
            <ac:spMk id="3" creationId="{A16DF956-0713-494C-8062-61325C6A207A}"/>
          </ac:spMkLst>
        </pc:spChg>
      </pc:sldChg>
      <pc:sldChg chg="modSp">
        <pc:chgData name="Bijen Risal" userId="S::bijen2021@virinchicollege.edu.np::e68cbc7c-d24a-4155-a2bc-155a63b69526" providerId="AD" clId="Web-{ACA7211C-A758-4F20-9D6A-140F1615BC37}" dt="2021-09-21T02:17:48.919" v="26" actId="20577"/>
        <pc:sldMkLst>
          <pc:docMk/>
          <pc:sldMk cId="3988061048" sldId="258"/>
        </pc:sldMkLst>
        <pc:spChg chg="mod">
          <ac:chgData name="Bijen Risal" userId="S::bijen2021@virinchicollege.edu.np::e68cbc7c-d24a-4155-a2bc-155a63b69526" providerId="AD" clId="Web-{ACA7211C-A758-4F20-9D6A-140F1615BC37}" dt="2021-09-21T02:17:48.919" v="26" actId="20577"/>
          <ac:spMkLst>
            <pc:docMk/>
            <pc:sldMk cId="3988061048" sldId="258"/>
            <ac:spMk id="3" creationId="{4EA08A75-3D05-47BE-BB91-37087D24C3A2}"/>
          </ac:spMkLst>
        </pc:spChg>
      </pc:sldChg>
      <pc:sldChg chg="modSp">
        <pc:chgData name="Bijen Risal" userId="S::bijen2021@virinchicollege.edu.np::e68cbc7c-d24a-4155-a2bc-155a63b69526" providerId="AD" clId="Web-{ACA7211C-A758-4F20-9D6A-140F1615BC37}" dt="2021-09-21T02:18:14.310" v="33" actId="20577"/>
        <pc:sldMkLst>
          <pc:docMk/>
          <pc:sldMk cId="2883054365" sldId="259"/>
        </pc:sldMkLst>
        <pc:spChg chg="mod">
          <ac:chgData name="Bijen Risal" userId="S::bijen2021@virinchicollege.edu.np::e68cbc7c-d24a-4155-a2bc-155a63b69526" providerId="AD" clId="Web-{ACA7211C-A758-4F20-9D6A-140F1615BC37}" dt="2021-09-21T02:18:14.310" v="33" actId="20577"/>
          <ac:spMkLst>
            <pc:docMk/>
            <pc:sldMk cId="2883054365" sldId="259"/>
            <ac:spMk id="2" creationId="{97E88294-7A97-405B-9A6F-CC7E9D109657}"/>
          </ac:spMkLst>
        </pc:spChg>
        <pc:spChg chg="mod">
          <ac:chgData name="Bijen Risal" userId="S::bijen2021@virinchicollege.edu.np::e68cbc7c-d24a-4155-a2bc-155a63b69526" providerId="AD" clId="Web-{ACA7211C-A758-4F20-9D6A-140F1615BC37}" dt="2021-09-21T02:18:10.857" v="28" actId="20577"/>
          <ac:spMkLst>
            <pc:docMk/>
            <pc:sldMk cId="2883054365" sldId="259"/>
            <ac:spMk id="3" creationId="{3B2147BF-E85C-4EDF-B4FF-5A4AF4F1F042}"/>
          </ac:spMkLst>
        </pc:spChg>
      </pc:sldChg>
      <pc:sldChg chg="addSp delSp modSp">
        <pc:chgData name="Bijen Risal" userId="S::bijen2021@virinchicollege.edu.np::e68cbc7c-d24a-4155-a2bc-155a63b69526" providerId="AD" clId="Web-{ACA7211C-A758-4F20-9D6A-140F1615BC37}" dt="2021-09-21T02:21:22.188" v="86" actId="20577"/>
        <pc:sldMkLst>
          <pc:docMk/>
          <pc:sldMk cId="1851092913" sldId="260"/>
        </pc:sldMkLst>
        <pc:spChg chg="mod">
          <ac:chgData name="Bijen Risal" userId="S::bijen2021@virinchicollege.edu.np::e68cbc7c-d24a-4155-a2bc-155a63b69526" providerId="AD" clId="Web-{ACA7211C-A758-4F20-9D6A-140F1615BC37}" dt="2021-09-21T02:21:22.188" v="86" actId="20577"/>
          <ac:spMkLst>
            <pc:docMk/>
            <pc:sldMk cId="1851092913" sldId="260"/>
            <ac:spMk id="2" creationId="{78E2DBF3-F933-4B36-9F6E-AE583666B786}"/>
          </ac:spMkLst>
        </pc:spChg>
        <pc:spChg chg="del mod">
          <ac:chgData name="Bijen Risal" userId="S::bijen2021@virinchicollege.edu.np::e68cbc7c-d24a-4155-a2bc-155a63b69526" providerId="AD" clId="Web-{ACA7211C-A758-4F20-9D6A-140F1615BC37}" dt="2021-09-21T02:21:01.985" v="67"/>
          <ac:spMkLst>
            <pc:docMk/>
            <pc:sldMk cId="1851092913" sldId="260"/>
            <ac:spMk id="3" creationId="{AA57E1B5-10D5-4F56-97BA-242227A990E7}"/>
          </ac:spMkLst>
        </pc:spChg>
        <pc:picChg chg="add del mod">
          <ac:chgData name="Bijen Risal" userId="S::bijen2021@virinchicollege.edu.np::e68cbc7c-d24a-4155-a2bc-155a63b69526" providerId="AD" clId="Web-{ACA7211C-A758-4F20-9D6A-140F1615BC37}" dt="2021-09-21T02:20:48.578" v="66"/>
          <ac:picMkLst>
            <pc:docMk/>
            <pc:sldMk cId="1851092913" sldId="260"/>
            <ac:picMk id="4" creationId="{C5137ACD-2426-4EDC-9472-32BD31E9D376}"/>
          </ac:picMkLst>
        </pc:picChg>
        <pc:picChg chg="add mod ord">
          <ac:chgData name="Bijen Risal" userId="S::bijen2021@virinchicollege.edu.np::e68cbc7c-d24a-4155-a2bc-155a63b69526" providerId="AD" clId="Web-{ACA7211C-A758-4F20-9D6A-140F1615BC37}" dt="2021-09-21T02:21:11.891" v="71" actId="14100"/>
          <ac:picMkLst>
            <pc:docMk/>
            <pc:sldMk cId="1851092913" sldId="260"/>
            <ac:picMk id="5" creationId="{F9D6D453-4D2C-4216-8159-504EBFEF9A51}"/>
          </ac:picMkLst>
        </pc:picChg>
      </pc:sldChg>
      <pc:sldChg chg="del">
        <pc:chgData name="Bijen Risal" userId="S::bijen2021@virinchicollege.edu.np::e68cbc7c-d24a-4155-a2bc-155a63b69526" providerId="AD" clId="Web-{ACA7211C-A758-4F20-9D6A-140F1615BC37}" dt="2021-09-21T02:19:31.983" v="52"/>
        <pc:sldMkLst>
          <pc:docMk/>
          <pc:sldMk cId="2177938594" sldId="261"/>
        </pc:sldMkLst>
      </pc:sldChg>
    </pc:docChg>
  </pc:docChgLst>
  <pc:docChgLst>
    <pc:chgData name="Nishan Magar" userId="S::nishan2021@virinchicollege.edu.np::567058dd-4908-4d83-bd65-ff0219d0647b" providerId="AD" clId="Web-{9CDB069F-08D4-48BA-932F-6AA7237D1F43}"/>
    <pc:docChg chg="addSld delSld modSld">
      <pc:chgData name="Nishan Magar" userId="S::nishan2021@virinchicollege.edu.np::567058dd-4908-4d83-bd65-ff0219d0647b" providerId="AD" clId="Web-{9CDB069F-08D4-48BA-932F-6AA7237D1F43}" dt="2021-09-20T15:48:55.673" v="1036"/>
      <pc:docMkLst>
        <pc:docMk/>
      </pc:docMkLst>
      <pc:sldChg chg="addSp delSp modSp">
        <pc:chgData name="Nishan Magar" userId="S::nishan2021@virinchicollege.edu.np::567058dd-4908-4d83-bd65-ff0219d0647b" providerId="AD" clId="Web-{9CDB069F-08D4-48BA-932F-6AA7237D1F43}" dt="2021-09-20T15:48:55.673" v="1036"/>
        <pc:sldMkLst>
          <pc:docMk/>
          <pc:sldMk cId="1589085034" sldId="256"/>
        </pc:sldMkLst>
        <pc:spChg chg="del mod">
          <ac:chgData name="Nishan Magar" userId="S::nishan2021@virinchicollege.edu.np::567058dd-4908-4d83-bd65-ff0219d0647b" providerId="AD" clId="Web-{9CDB069F-08D4-48BA-932F-6AA7237D1F43}" dt="2021-09-20T15:39:42.552" v="1023"/>
          <ac:spMkLst>
            <pc:docMk/>
            <pc:sldMk cId="1589085034" sldId="256"/>
            <ac:spMk id="2" creationId="{5D78A520-072B-4BA0-B141-CFE536DF0B2E}"/>
          </ac:spMkLst>
        </pc:spChg>
        <pc:spChg chg="mod">
          <ac:chgData name="Nishan Magar" userId="S::nishan2021@virinchicollege.edu.np::567058dd-4908-4d83-bd65-ff0219d0647b" providerId="AD" clId="Web-{9CDB069F-08D4-48BA-932F-6AA7237D1F43}" dt="2021-09-20T15:40:27.991" v="1032" actId="1076"/>
          <ac:spMkLst>
            <pc:docMk/>
            <pc:sldMk cId="1589085034" sldId="256"/>
            <ac:spMk id="4" creationId="{9D119BF4-A040-4E05-BD74-6135DACF9139}"/>
          </ac:spMkLst>
        </pc:spChg>
        <pc:spChg chg="mod">
          <ac:chgData name="Nishan Magar" userId="S::nishan2021@virinchicollege.edu.np::567058dd-4908-4d83-bd65-ff0219d0647b" providerId="AD" clId="Web-{9CDB069F-08D4-48BA-932F-6AA7237D1F43}" dt="2021-09-20T15:40:01.802" v="1026" actId="1076"/>
          <ac:spMkLst>
            <pc:docMk/>
            <pc:sldMk cId="1589085034" sldId="256"/>
            <ac:spMk id="5" creationId="{24E40834-EAD2-439C-991B-CC3B837924DB}"/>
          </ac:spMkLst>
        </pc:spChg>
        <pc:spChg chg="add del mod">
          <ac:chgData name="Nishan Magar" userId="S::nishan2021@virinchicollege.edu.np::567058dd-4908-4d83-bd65-ff0219d0647b" providerId="AD" clId="Web-{9CDB069F-08D4-48BA-932F-6AA7237D1F43}" dt="2021-09-20T15:39:46.271" v="1024"/>
          <ac:spMkLst>
            <pc:docMk/>
            <pc:sldMk cId="1589085034" sldId="256"/>
            <ac:spMk id="8" creationId="{54815A84-CE2A-4193-A977-8E86F6A5A7D9}"/>
          </ac:spMkLst>
        </pc:spChg>
        <pc:spChg chg="add del">
          <ac:chgData name="Nishan Magar" userId="S::nishan2021@virinchicollege.edu.np::567058dd-4908-4d83-bd65-ff0219d0647b" providerId="AD" clId="Web-{9CDB069F-08D4-48BA-932F-6AA7237D1F43}" dt="2021-09-20T15:48:55.673" v="1036"/>
          <ac:spMkLst>
            <pc:docMk/>
            <pc:sldMk cId="1589085034" sldId="256"/>
            <ac:spMk id="9" creationId="{3A2D7702-4210-490D-AC80-652493BB2A91}"/>
          </ac:spMkLst>
        </pc:spChg>
        <pc:spChg chg="add del">
          <ac:chgData name="Nishan Magar" userId="S::nishan2021@virinchicollege.edu.np::567058dd-4908-4d83-bd65-ff0219d0647b" providerId="AD" clId="Web-{9CDB069F-08D4-48BA-932F-6AA7237D1F43}" dt="2021-09-20T15:48:54.142" v="1035"/>
          <ac:spMkLst>
            <pc:docMk/>
            <pc:sldMk cId="1589085034" sldId="256"/>
            <ac:spMk id="10" creationId="{EE6260BE-D9E7-4D2C-9B1A-4A5B75F3E384}"/>
          </ac:spMkLst>
        </pc:spChg>
      </pc:sldChg>
      <pc:sldChg chg="modSp">
        <pc:chgData name="Nishan Magar" userId="S::nishan2021@virinchicollege.edu.np::567058dd-4908-4d83-bd65-ff0219d0647b" providerId="AD" clId="Web-{9CDB069F-08D4-48BA-932F-6AA7237D1F43}" dt="2021-09-20T15:06:56.917" v="583" actId="1076"/>
        <pc:sldMkLst>
          <pc:docMk/>
          <pc:sldMk cId="647932677" sldId="257"/>
        </pc:sldMkLst>
        <pc:spChg chg="mod">
          <ac:chgData name="Nishan Magar" userId="S::nishan2021@virinchicollege.edu.np::567058dd-4908-4d83-bd65-ff0219d0647b" providerId="AD" clId="Web-{9CDB069F-08D4-48BA-932F-6AA7237D1F43}" dt="2021-09-20T15:06:56.917" v="583" actId="1076"/>
          <ac:spMkLst>
            <pc:docMk/>
            <pc:sldMk cId="647932677" sldId="257"/>
            <ac:spMk id="2" creationId="{19DDB57D-A6FE-4F48-B4FB-55686826A245}"/>
          </ac:spMkLst>
        </pc:spChg>
        <pc:spChg chg="mod">
          <ac:chgData name="Nishan Magar" userId="S::nishan2021@virinchicollege.edu.np::567058dd-4908-4d83-bd65-ff0219d0647b" providerId="AD" clId="Web-{9CDB069F-08D4-48BA-932F-6AA7237D1F43}" dt="2021-09-20T15:05:57.556" v="575" actId="14100"/>
          <ac:spMkLst>
            <pc:docMk/>
            <pc:sldMk cId="647932677" sldId="257"/>
            <ac:spMk id="3" creationId="{A16DF956-0713-494C-8062-61325C6A207A}"/>
          </ac:spMkLst>
        </pc:spChg>
      </pc:sldChg>
      <pc:sldChg chg="modSp">
        <pc:chgData name="Nishan Magar" userId="S::nishan2021@virinchicollege.edu.np::567058dd-4908-4d83-bd65-ff0219d0647b" providerId="AD" clId="Web-{9CDB069F-08D4-48BA-932F-6AA7237D1F43}" dt="2021-09-20T15:07:04.010" v="584" actId="1076"/>
        <pc:sldMkLst>
          <pc:docMk/>
          <pc:sldMk cId="3988061048" sldId="258"/>
        </pc:sldMkLst>
        <pc:spChg chg="mod">
          <ac:chgData name="Nishan Magar" userId="S::nishan2021@virinchicollege.edu.np::567058dd-4908-4d83-bd65-ff0219d0647b" providerId="AD" clId="Web-{9CDB069F-08D4-48BA-932F-6AA7237D1F43}" dt="2021-09-20T15:07:04.010" v="584" actId="1076"/>
          <ac:spMkLst>
            <pc:docMk/>
            <pc:sldMk cId="3988061048" sldId="258"/>
            <ac:spMk id="2" creationId="{89E72CB0-4478-480F-95D5-0E7659BD200B}"/>
          </ac:spMkLst>
        </pc:spChg>
        <pc:spChg chg="mod">
          <ac:chgData name="Nishan Magar" userId="S::nishan2021@virinchicollege.edu.np::567058dd-4908-4d83-bd65-ff0219d0647b" providerId="AD" clId="Web-{9CDB069F-08D4-48BA-932F-6AA7237D1F43}" dt="2021-09-20T15:06:03.525" v="576" actId="14100"/>
          <ac:spMkLst>
            <pc:docMk/>
            <pc:sldMk cId="3988061048" sldId="258"/>
            <ac:spMk id="3" creationId="{4EA08A75-3D05-47BE-BB91-37087D24C3A2}"/>
          </ac:spMkLst>
        </pc:spChg>
      </pc:sldChg>
      <pc:sldChg chg="modSp">
        <pc:chgData name="Nishan Magar" userId="S::nishan2021@virinchicollege.edu.np::567058dd-4908-4d83-bd65-ff0219d0647b" providerId="AD" clId="Web-{9CDB069F-08D4-48BA-932F-6AA7237D1F43}" dt="2021-09-20T15:06:40.119" v="580" actId="1076"/>
        <pc:sldMkLst>
          <pc:docMk/>
          <pc:sldMk cId="2883054365" sldId="259"/>
        </pc:sldMkLst>
        <pc:spChg chg="mod">
          <ac:chgData name="Nishan Magar" userId="S::nishan2021@virinchicollege.edu.np::567058dd-4908-4d83-bd65-ff0219d0647b" providerId="AD" clId="Web-{9CDB069F-08D4-48BA-932F-6AA7237D1F43}" dt="2021-09-20T15:06:40.119" v="580" actId="1076"/>
          <ac:spMkLst>
            <pc:docMk/>
            <pc:sldMk cId="2883054365" sldId="259"/>
            <ac:spMk id="2" creationId="{97E88294-7A97-405B-9A6F-CC7E9D109657}"/>
          </ac:spMkLst>
        </pc:spChg>
        <pc:spChg chg="mod">
          <ac:chgData name="Nishan Magar" userId="S::nishan2021@virinchicollege.edu.np::567058dd-4908-4d83-bd65-ff0219d0647b" providerId="AD" clId="Web-{9CDB069F-08D4-48BA-932F-6AA7237D1F43}" dt="2021-09-20T15:05:41.290" v="574" actId="14100"/>
          <ac:spMkLst>
            <pc:docMk/>
            <pc:sldMk cId="2883054365" sldId="259"/>
            <ac:spMk id="3" creationId="{3B2147BF-E85C-4EDF-B4FF-5A4AF4F1F042}"/>
          </ac:spMkLst>
        </pc:spChg>
      </pc:sldChg>
      <pc:sldChg chg="modSp new">
        <pc:chgData name="Nishan Magar" userId="S::nishan2021@virinchicollege.edu.np::567058dd-4908-4d83-bd65-ff0219d0647b" providerId="AD" clId="Web-{9CDB069F-08D4-48BA-932F-6AA7237D1F43}" dt="2021-09-20T15:06:30.494" v="579" actId="1076"/>
        <pc:sldMkLst>
          <pc:docMk/>
          <pc:sldMk cId="1851092913" sldId="260"/>
        </pc:sldMkLst>
        <pc:spChg chg="mod">
          <ac:chgData name="Nishan Magar" userId="S::nishan2021@virinchicollege.edu.np::567058dd-4908-4d83-bd65-ff0219d0647b" providerId="AD" clId="Web-{9CDB069F-08D4-48BA-932F-6AA7237D1F43}" dt="2021-09-20T15:06:30.494" v="579" actId="1076"/>
          <ac:spMkLst>
            <pc:docMk/>
            <pc:sldMk cId="1851092913" sldId="260"/>
            <ac:spMk id="2" creationId="{78E2DBF3-F933-4B36-9F6E-AE583666B786}"/>
          </ac:spMkLst>
        </pc:spChg>
        <pc:spChg chg="mod">
          <ac:chgData name="Nishan Magar" userId="S::nishan2021@virinchicollege.edu.np::567058dd-4908-4d83-bd65-ff0219d0647b" providerId="AD" clId="Web-{9CDB069F-08D4-48BA-932F-6AA7237D1F43}" dt="2021-09-20T15:06:15.619" v="577" actId="1076"/>
          <ac:spMkLst>
            <pc:docMk/>
            <pc:sldMk cId="1851092913" sldId="260"/>
            <ac:spMk id="3" creationId="{AA57E1B5-10D5-4F56-97BA-242227A990E7}"/>
          </ac:spMkLst>
        </pc:spChg>
      </pc:sldChg>
      <pc:sldChg chg="del">
        <pc:chgData name="Nishan Magar" userId="S::nishan2021@virinchicollege.edu.np::567058dd-4908-4d83-bd65-ff0219d0647b" providerId="AD" clId="Web-{9CDB069F-08D4-48BA-932F-6AA7237D1F43}" dt="2021-09-20T15:00:03.595" v="390"/>
        <pc:sldMkLst>
          <pc:docMk/>
          <pc:sldMk cId="2370056844" sldId="260"/>
        </pc:sldMkLst>
      </pc:sldChg>
      <pc:sldChg chg="addSp delSp modSp new">
        <pc:chgData name="Nishan Magar" userId="S::nishan2021@virinchicollege.edu.np::567058dd-4908-4d83-bd65-ff0219d0647b" providerId="AD" clId="Web-{9CDB069F-08D4-48BA-932F-6AA7237D1F43}" dt="2021-09-20T15:37:56.097" v="1020" actId="14100"/>
        <pc:sldMkLst>
          <pc:docMk/>
          <pc:sldMk cId="2177938594" sldId="261"/>
        </pc:sldMkLst>
        <pc:spChg chg="del">
          <ac:chgData name="Nishan Magar" userId="S::nishan2021@virinchicollege.edu.np::567058dd-4908-4d83-bd65-ff0219d0647b" providerId="AD" clId="Web-{9CDB069F-08D4-48BA-932F-6AA7237D1F43}" dt="2021-09-20T15:07:44.902" v="586"/>
          <ac:spMkLst>
            <pc:docMk/>
            <pc:sldMk cId="2177938594" sldId="261"/>
            <ac:spMk id="2" creationId="{4B767B95-C9B8-4FF8-9402-8C256CFD59A4}"/>
          </ac:spMkLst>
        </pc:spChg>
        <pc:spChg chg="del">
          <ac:chgData name="Nishan Magar" userId="S::nishan2021@virinchicollege.edu.np::567058dd-4908-4d83-bd65-ff0219d0647b" providerId="AD" clId="Web-{9CDB069F-08D4-48BA-932F-6AA7237D1F43}" dt="2021-09-20T15:07:47.574" v="587"/>
          <ac:spMkLst>
            <pc:docMk/>
            <pc:sldMk cId="2177938594" sldId="261"/>
            <ac:spMk id="3" creationId="{E09377C5-5C31-4A46-BCE4-E41E347FCDE4}"/>
          </ac:spMkLst>
        </pc:spChg>
        <pc:spChg chg="add mod">
          <ac:chgData name="Nishan Magar" userId="S::nishan2021@virinchicollege.edu.np::567058dd-4908-4d83-bd65-ff0219d0647b" providerId="AD" clId="Web-{9CDB069F-08D4-48BA-932F-6AA7237D1F43}" dt="2021-09-20T15:33:14.059" v="963" actId="1076"/>
          <ac:spMkLst>
            <pc:docMk/>
            <pc:sldMk cId="2177938594" sldId="261"/>
            <ac:spMk id="4" creationId="{3F7F3B0A-079A-4558-B71F-6C9BFCF498C1}"/>
          </ac:spMkLst>
        </pc:spChg>
        <pc:spChg chg="add mod">
          <ac:chgData name="Nishan Magar" userId="S::nishan2021@virinchicollege.edu.np::567058dd-4908-4d83-bd65-ff0219d0647b" providerId="AD" clId="Web-{9CDB069F-08D4-48BA-932F-6AA7237D1F43}" dt="2021-09-20T15:33:19.247" v="965" actId="1076"/>
          <ac:spMkLst>
            <pc:docMk/>
            <pc:sldMk cId="2177938594" sldId="261"/>
            <ac:spMk id="6" creationId="{4C6E7BD7-BB58-489D-8176-EFEA53AFF2E2}"/>
          </ac:spMkLst>
        </pc:spChg>
        <pc:spChg chg="add del">
          <ac:chgData name="Nishan Magar" userId="S::nishan2021@virinchicollege.edu.np::567058dd-4908-4d83-bd65-ff0219d0647b" providerId="AD" clId="Web-{9CDB069F-08D4-48BA-932F-6AA7237D1F43}" dt="2021-09-20T15:11:36.001" v="660"/>
          <ac:spMkLst>
            <pc:docMk/>
            <pc:sldMk cId="2177938594" sldId="261"/>
            <ac:spMk id="7" creationId="{859180F6-BE14-469C-AED4-E45415B0EA67}"/>
          </ac:spMkLst>
        </pc:spChg>
        <pc:spChg chg="add del">
          <ac:chgData name="Nishan Magar" userId="S::nishan2021@virinchicollege.edu.np::567058dd-4908-4d83-bd65-ff0219d0647b" providerId="AD" clId="Web-{9CDB069F-08D4-48BA-932F-6AA7237D1F43}" dt="2021-09-20T15:11:34.157" v="659"/>
          <ac:spMkLst>
            <pc:docMk/>
            <pc:sldMk cId="2177938594" sldId="261"/>
            <ac:spMk id="9" creationId="{767ABD70-DD61-4221-AD9E-0B8315F66FCC}"/>
          </ac:spMkLst>
        </pc:spChg>
        <pc:spChg chg="add mod">
          <ac:chgData name="Nishan Magar" userId="S::nishan2021@virinchicollege.edu.np::567058dd-4908-4d83-bd65-ff0219d0647b" providerId="AD" clId="Web-{9CDB069F-08D4-48BA-932F-6AA7237D1F43}" dt="2021-09-20T15:33:34.935" v="967" actId="1076"/>
          <ac:spMkLst>
            <pc:docMk/>
            <pc:sldMk cId="2177938594" sldId="261"/>
            <ac:spMk id="10" creationId="{1CC344D3-09FA-412A-B9EC-9899C2BC8372}"/>
          </ac:spMkLst>
        </pc:spChg>
        <pc:spChg chg="add del">
          <ac:chgData name="Nishan Magar" userId="S::nishan2021@virinchicollege.edu.np::567058dd-4908-4d83-bd65-ff0219d0647b" providerId="AD" clId="Web-{9CDB069F-08D4-48BA-932F-6AA7237D1F43}" dt="2021-09-20T15:11:32.391" v="658"/>
          <ac:spMkLst>
            <pc:docMk/>
            <pc:sldMk cId="2177938594" sldId="261"/>
            <ac:spMk id="11" creationId="{A22803E3-F48A-4066-8A55-278ABE32400A}"/>
          </ac:spMkLst>
        </pc:spChg>
        <pc:spChg chg="add mod">
          <ac:chgData name="Nishan Magar" userId="S::nishan2021@virinchicollege.edu.np::567058dd-4908-4d83-bd65-ff0219d0647b" providerId="AD" clId="Web-{9CDB069F-08D4-48BA-932F-6AA7237D1F43}" dt="2021-09-20T15:33:51.873" v="969" actId="1076"/>
          <ac:spMkLst>
            <pc:docMk/>
            <pc:sldMk cId="2177938594" sldId="261"/>
            <ac:spMk id="13" creationId="{EDE30AC0-ED91-4A2D-9314-25F8E7239920}"/>
          </ac:spMkLst>
        </pc:spChg>
        <pc:spChg chg="add mod">
          <ac:chgData name="Nishan Magar" userId="S::nishan2021@virinchicollege.edu.np::567058dd-4908-4d83-bd65-ff0219d0647b" providerId="AD" clId="Web-{9CDB069F-08D4-48BA-932F-6AA7237D1F43}" dt="2021-09-20T15:37:05.643" v="1005" actId="20577"/>
          <ac:spMkLst>
            <pc:docMk/>
            <pc:sldMk cId="2177938594" sldId="261"/>
            <ac:spMk id="16" creationId="{414B8901-A035-4777-BF81-DC765F0638ED}"/>
          </ac:spMkLst>
        </pc:spChg>
        <pc:spChg chg="add del">
          <ac:chgData name="Nishan Magar" userId="S::nishan2021@virinchicollege.edu.np::567058dd-4908-4d83-bd65-ff0219d0647b" providerId="AD" clId="Web-{9CDB069F-08D4-48BA-932F-6AA7237D1F43}" dt="2021-09-20T15:15:27.787" v="716"/>
          <ac:spMkLst>
            <pc:docMk/>
            <pc:sldMk cId="2177938594" sldId="261"/>
            <ac:spMk id="18" creationId="{935B6C9E-85DC-4253-807B-BBFEB62334A4}"/>
          </ac:spMkLst>
        </pc:spChg>
        <pc:spChg chg="add mod">
          <ac:chgData name="Nishan Magar" userId="S::nishan2021@virinchicollege.edu.np::567058dd-4908-4d83-bd65-ff0219d0647b" providerId="AD" clId="Web-{9CDB069F-08D4-48BA-932F-6AA7237D1F43}" dt="2021-09-20T15:34:23.905" v="975" actId="1076"/>
          <ac:spMkLst>
            <pc:docMk/>
            <pc:sldMk cId="2177938594" sldId="261"/>
            <ac:spMk id="19" creationId="{40CB2A7F-559E-4A92-8C3F-95500C64F188}"/>
          </ac:spMkLst>
        </pc:spChg>
        <pc:spChg chg="add mod">
          <ac:chgData name="Nishan Magar" userId="S::nishan2021@virinchicollege.edu.np::567058dd-4908-4d83-bd65-ff0219d0647b" providerId="AD" clId="Web-{9CDB069F-08D4-48BA-932F-6AA7237D1F43}" dt="2021-09-20T15:34:54.202" v="978" actId="1076"/>
          <ac:spMkLst>
            <pc:docMk/>
            <pc:sldMk cId="2177938594" sldId="261"/>
            <ac:spMk id="20" creationId="{9E50FCFE-EF8F-4B74-9AF2-C510C83D8FCD}"/>
          </ac:spMkLst>
        </pc:spChg>
        <pc:spChg chg="add mod">
          <ac:chgData name="Nishan Magar" userId="S::nishan2021@virinchicollege.edu.np::567058dd-4908-4d83-bd65-ff0219d0647b" providerId="AD" clId="Web-{9CDB069F-08D4-48BA-932F-6AA7237D1F43}" dt="2021-09-20T15:22:55.374" v="847"/>
          <ac:spMkLst>
            <pc:docMk/>
            <pc:sldMk cId="2177938594" sldId="261"/>
            <ac:spMk id="23" creationId="{0E07E585-50B2-4975-A272-0CE87C160F42}"/>
          </ac:spMkLst>
        </pc:spChg>
        <pc:spChg chg="add mod">
          <ac:chgData name="Nishan Magar" userId="S::nishan2021@virinchicollege.edu.np::567058dd-4908-4d83-bd65-ff0219d0647b" providerId="AD" clId="Web-{9CDB069F-08D4-48BA-932F-6AA7237D1F43}" dt="2021-09-20T15:34:18.686" v="974" actId="1076"/>
          <ac:spMkLst>
            <pc:docMk/>
            <pc:sldMk cId="2177938594" sldId="261"/>
            <ac:spMk id="24" creationId="{56BC2F26-267C-4553-A84E-7E7B30552FC0}"/>
          </ac:spMkLst>
        </pc:spChg>
        <pc:spChg chg="add mod">
          <ac:chgData name="Nishan Magar" userId="S::nishan2021@virinchicollege.edu.np::567058dd-4908-4d83-bd65-ff0219d0647b" providerId="AD" clId="Web-{9CDB069F-08D4-48BA-932F-6AA7237D1F43}" dt="2021-09-20T15:35:53.407" v="986" actId="1076"/>
          <ac:spMkLst>
            <pc:docMk/>
            <pc:sldMk cId="2177938594" sldId="261"/>
            <ac:spMk id="25" creationId="{1B765E72-1D0A-4911-A8E7-B660FAE4158E}"/>
          </ac:spMkLst>
        </pc:spChg>
        <pc:spChg chg="add mod">
          <ac:chgData name="Nishan Magar" userId="S::nishan2021@virinchicollege.edu.np::567058dd-4908-4d83-bd65-ff0219d0647b" providerId="AD" clId="Web-{9CDB069F-08D4-48BA-932F-6AA7237D1F43}" dt="2021-09-20T15:35:45.594" v="985" actId="1076"/>
          <ac:spMkLst>
            <pc:docMk/>
            <pc:sldMk cId="2177938594" sldId="261"/>
            <ac:spMk id="26" creationId="{432E9B36-6E26-4E40-B845-EEBD073EFB96}"/>
          </ac:spMkLst>
        </pc:spChg>
        <pc:spChg chg="add mod">
          <ac:chgData name="Nishan Magar" userId="S::nishan2021@virinchicollege.edu.np::567058dd-4908-4d83-bd65-ff0219d0647b" providerId="AD" clId="Web-{9CDB069F-08D4-48BA-932F-6AA7237D1F43}" dt="2021-09-20T15:35:08.749" v="981" actId="1076"/>
          <ac:spMkLst>
            <pc:docMk/>
            <pc:sldMk cId="2177938594" sldId="261"/>
            <ac:spMk id="29" creationId="{C449EB51-A54F-4E4A-99A4-D1A63208606C}"/>
          </ac:spMkLst>
        </pc:spChg>
        <pc:spChg chg="add del mod">
          <ac:chgData name="Nishan Magar" userId="S::nishan2021@virinchicollege.edu.np::567058dd-4908-4d83-bd65-ff0219d0647b" providerId="AD" clId="Web-{9CDB069F-08D4-48BA-932F-6AA7237D1F43}" dt="2021-09-20T15:19:53.292" v="794"/>
          <ac:spMkLst>
            <pc:docMk/>
            <pc:sldMk cId="2177938594" sldId="261"/>
            <ac:spMk id="30" creationId="{3FA4FE62-103D-4DA3-AC4F-54DB92FCDC7C}"/>
          </ac:spMkLst>
        </pc:spChg>
        <pc:spChg chg="add mod">
          <ac:chgData name="Nishan Magar" userId="S::nishan2021@virinchicollege.edu.np::567058dd-4908-4d83-bd65-ff0219d0647b" providerId="AD" clId="Web-{9CDB069F-08D4-48BA-932F-6AA7237D1F43}" dt="2021-09-20T15:37:18.783" v="1016" actId="20577"/>
          <ac:spMkLst>
            <pc:docMk/>
            <pc:sldMk cId="2177938594" sldId="261"/>
            <ac:spMk id="31" creationId="{652C2427-1397-41A3-8B64-30DDE37CDB49}"/>
          </ac:spMkLst>
        </pc:spChg>
        <pc:spChg chg="add mod">
          <ac:chgData name="Nishan Magar" userId="S::nishan2021@virinchicollege.edu.np::567058dd-4908-4d83-bd65-ff0219d0647b" providerId="AD" clId="Web-{9CDB069F-08D4-48BA-932F-6AA7237D1F43}" dt="2021-09-20T15:36:41.611" v="994" actId="1076"/>
          <ac:spMkLst>
            <pc:docMk/>
            <pc:sldMk cId="2177938594" sldId="261"/>
            <ac:spMk id="33" creationId="{B850D736-3FB1-43DB-8F10-3C015E8E5B71}"/>
          </ac:spMkLst>
        </pc:spChg>
        <pc:spChg chg="add mod">
          <ac:chgData name="Nishan Magar" userId="S::nishan2021@virinchicollege.edu.np::567058dd-4908-4d83-bd65-ff0219d0647b" providerId="AD" clId="Web-{9CDB069F-08D4-48BA-932F-6AA7237D1F43}" dt="2021-09-20T15:24:59.705" v="863" actId="20577"/>
          <ac:spMkLst>
            <pc:docMk/>
            <pc:sldMk cId="2177938594" sldId="261"/>
            <ac:spMk id="35" creationId="{F8EE5873-67B2-4010-AC94-E5309B0653EA}"/>
          </ac:spMkLst>
        </pc:spChg>
        <pc:spChg chg="add mod">
          <ac:chgData name="Nishan Magar" userId="S::nishan2021@virinchicollege.edu.np::567058dd-4908-4d83-bd65-ff0219d0647b" providerId="AD" clId="Web-{9CDB069F-08D4-48BA-932F-6AA7237D1F43}" dt="2021-09-20T15:26:13.207" v="881" actId="20577"/>
          <ac:spMkLst>
            <pc:docMk/>
            <pc:sldMk cId="2177938594" sldId="261"/>
            <ac:spMk id="37" creationId="{E47F7079-831B-42BC-ADC3-8DAA7311A15D}"/>
          </ac:spMkLst>
        </pc:spChg>
        <pc:spChg chg="add mod">
          <ac:chgData name="Nishan Magar" userId="S::nishan2021@virinchicollege.edu.np::567058dd-4908-4d83-bd65-ff0219d0647b" providerId="AD" clId="Web-{9CDB069F-08D4-48BA-932F-6AA7237D1F43}" dt="2021-09-20T15:26:42.192" v="884" actId="1076"/>
          <ac:spMkLst>
            <pc:docMk/>
            <pc:sldMk cId="2177938594" sldId="261"/>
            <ac:spMk id="38" creationId="{3301FBF8-0C58-47FC-AE7F-8B13939EBC5E}"/>
          </ac:spMkLst>
        </pc:spChg>
        <pc:spChg chg="add mod">
          <ac:chgData name="Nishan Magar" userId="S::nishan2021@virinchicollege.edu.np::567058dd-4908-4d83-bd65-ff0219d0647b" providerId="AD" clId="Web-{9CDB069F-08D4-48BA-932F-6AA7237D1F43}" dt="2021-09-20T15:37:12.565" v="1009" actId="20577"/>
          <ac:spMkLst>
            <pc:docMk/>
            <pc:sldMk cId="2177938594" sldId="261"/>
            <ac:spMk id="43" creationId="{C9A6478F-D056-4FC4-BC23-E79643BA0697}"/>
          </ac:spMkLst>
        </pc:spChg>
        <pc:spChg chg="add mod">
          <ac:chgData name="Nishan Magar" userId="S::nishan2021@virinchicollege.edu.np::567058dd-4908-4d83-bd65-ff0219d0647b" providerId="AD" clId="Web-{9CDB069F-08D4-48BA-932F-6AA7237D1F43}" dt="2021-09-20T15:32:10.777" v="955" actId="20577"/>
          <ac:spMkLst>
            <pc:docMk/>
            <pc:sldMk cId="2177938594" sldId="261"/>
            <ac:spMk id="46" creationId="{5813CE00-E766-4A6E-97DA-204FE478E458}"/>
          </ac:spMkLst>
        </pc:spChg>
        <pc:spChg chg="add del">
          <ac:chgData name="Nishan Magar" userId="S::nishan2021@virinchicollege.edu.np::567058dd-4908-4d83-bd65-ff0219d0647b" providerId="AD" clId="Web-{9CDB069F-08D4-48BA-932F-6AA7237D1F43}" dt="2021-09-20T15:31:15.791" v="927"/>
          <ac:spMkLst>
            <pc:docMk/>
            <pc:sldMk cId="2177938594" sldId="261"/>
            <ac:spMk id="47" creationId="{30EA36C7-760D-4B2B-BACA-BE912ACC4D09}"/>
          </ac:spMkLst>
        </pc:spChg>
        <pc:cxnChg chg="add mod">
          <ac:chgData name="Nishan Magar" userId="S::nishan2021@virinchicollege.edu.np::567058dd-4908-4d83-bd65-ff0219d0647b" providerId="AD" clId="Web-{9CDB069F-08D4-48BA-932F-6AA7237D1F43}" dt="2021-09-20T15:33:16.560" v="964" actId="1076"/>
          <ac:cxnSpMkLst>
            <pc:docMk/>
            <pc:sldMk cId="2177938594" sldId="261"/>
            <ac:cxnSpMk id="5" creationId="{429AA619-3D16-4F27-B8D0-5DFF83B0F4A8}"/>
          </ac:cxnSpMkLst>
        </pc:cxnChg>
        <pc:cxnChg chg="add mod">
          <ac:chgData name="Nishan Magar" userId="S::nishan2021@virinchicollege.edu.np::567058dd-4908-4d83-bd65-ff0219d0647b" providerId="AD" clId="Web-{9CDB069F-08D4-48BA-932F-6AA7237D1F43}" dt="2021-09-20T15:33:23.028" v="966" actId="1076"/>
          <ac:cxnSpMkLst>
            <pc:docMk/>
            <pc:sldMk cId="2177938594" sldId="261"/>
            <ac:cxnSpMk id="8" creationId="{1DEBF315-8273-459F-9E4E-EDAAEDF1BFC6}"/>
          </ac:cxnSpMkLst>
        </pc:cxnChg>
        <pc:cxnChg chg="add mod">
          <ac:chgData name="Nishan Magar" userId="S::nishan2021@virinchicollege.edu.np::567058dd-4908-4d83-bd65-ff0219d0647b" providerId="AD" clId="Web-{9CDB069F-08D4-48BA-932F-6AA7237D1F43}" dt="2021-09-20T15:33:43.373" v="968" actId="1076"/>
          <ac:cxnSpMkLst>
            <pc:docMk/>
            <pc:sldMk cId="2177938594" sldId="261"/>
            <ac:cxnSpMk id="12" creationId="{E48FF6A5-112A-492C-A69E-967C40BA7ADE}"/>
          </ac:cxnSpMkLst>
        </pc:cxnChg>
        <pc:cxnChg chg="add mod">
          <ac:chgData name="Nishan Magar" userId="S::nishan2021@virinchicollege.edu.np::567058dd-4908-4d83-bd65-ff0219d0647b" providerId="AD" clId="Web-{9CDB069F-08D4-48BA-932F-6AA7237D1F43}" dt="2021-09-20T15:34:12.123" v="973" actId="1076"/>
          <ac:cxnSpMkLst>
            <pc:docMk/>
            <pc:sldMk cId="2177938594" sldId="261"/>
            <ac:cxnSpMk id="14" creationId="{9B5B7269-39B9-4796-B619-7A56891E2683}"/>
          </ac:cxnSpMkLst>
        </pc:cxnChg>
        <pc:cxnChg chg="add mod">
          <ac:chgData name="Nishan Magar" userId="S::nishan2021@virinchicollege.edu.np::567058dd-4908-4d83-bd65-ff0219d0647b" providerId="AD" clId="Web-{9CDB069F-08D4-48BA-932F-6AA7237D1F43}" dt="2021-09-20T15:37:56.097" v="1020" actId="14100"/>
          <ac:cxnSpMkLst>
            <pc:docMk/>
            <pc:sldMk cId="2177938594" sldId="261"/>
            <ac:cxnSpMk id="15" creationId="{B8C0AB09-3EB1-4D5A-956A-1CC42B0031B0}"/>
          </ac:cxnSpMkLst>
        </pc:cxnChg>
        <pc:cxnChg chg="add mod">
          <ac:chgData name="Nishan Magar" userId="S::nishan2021@virinchicollege.edu.np::567058dd-4908-4d83-bd65-ff0219d0647b" providerId="AD" clId="Web-{9CDB069F-08D4-48BA-932F-6AA7237D1F43}" dt="2021-09-20T15:21:35.373" v="821" actId="14100"/>
          <ac:cxnSpMkLst>
            <pc:docMk/>
            <pc:sldMk cId="2177938594" sldId="261"/>
            <ac:cxnSpMk id="17" creationId="{50608E05-B954-4A63-9587-4B4348D9DC67}"/>
          </ac:cxnSpMkLst>
        </pc:cxnChg>
        <pc:cxnChg chg="add mod">
          <ac:chgData name="Nishan Magar" userId="S::nishan2021@virinchicollege.edu.np::567058dd-4908-4d83-bd65-ff0219d0647b" providerId="AD" clId="Web-{9CDB069F-08D4-48BA-932F-6AA7237D1F43}" dt="2021-09-20T15:34:47.108" v="977" actId="1076"/>
          <ac:cxnSpMkLst>
            <pc:docMk/>
            <pc:sldMk cId="2177938594" sldId="261"/>
            <ac:cxnSpMk id="21" creationId="{59E391DE-1342-4004-BC56-9152D1DBC974}"/>
          </ac:cxnSpMkLst>
        </pc:cxnChg>
        <pc:cxnChg chg="add mod">
          <ac:chgData name="Nishan Magar" userId="S::nishan2021@virinchicollege.edu.np::567058dd-4908-4d83-bd65-ff0219d0647b" providerId="AD" clId="Web-{9CDB069F-08D4-48BA-932F-6AA7237D1F43}" dt="2021-09-20T15:35:21.656" v="982" actId="1076"/>
          <ac:cxnSpMkLst>
            <pc:docMk/>
            <pc:sldMk cId="2177938594" sldId="261"/>
            <ac:cxnSpMk id="22" creationId="{A568ECCC-E04D-403A-A2E4-0A0D46688D22}"/>
          </ac:cxnSpMkLst>
        </pc:cxnChg>
        <pc:cxnChg chg="add mod">
          <ac:chgData name="Nishan Magar" userId="S::nishan2021@virinchicollege.edu.np::567058dd-4908-4d83-bd65-ff0219d0647b" providerId="AD" clId="Web-{9CDB069F-08D4-48BA-932F-6AA7237D1F43}" dt="2021-09-20T15:35:02.656" v="980" actId="1076"/>
          <ac:cxnSpMkLst>
            <pc:docMk/>
            <pc:sldMk cId="2177938594" sldId="261"/>
            <ac:cxnSpMk id="27" creationId="{7C2ABD2A-312F-4CFB-B326-C27CF7D2C5D2}"/>
          </ac:cxnSpMkLst>
        </pc:cxnChg>
        <pc:cxnChg chg="add mod">
          <ac:chgData name="Nishan Magar" userId="S::nishan2021@virinchicollege.edu.np::567058dd-4908-4d83-bd65-ff0219d0647b" providerId="AD" clId="Web-{9CDB069F-08D4-48BA-932F-6AA7237D1F43}" dt="2021-09-20T15:35:59.563" v="987" actId="1076"/>
          <ac:cxnSpMkLst>
            <pc:docMk/>
            <pc:sldMk cId="2177938594" sldId="261"/>
            <ac:cxnSpMk id="28" creationId="{D1D5A868-9AB3-418E-96F5-5BF27F6AF92A}"/>
          </ac:cxnSpMkLst>
        </pc:cxnChg>
        <pc:cxnChg chg="add mod">
          <ac:chgData name="Nishan Magar" userId="S::nishan2021@virinchicollege.edu.np::567058dd-4908-4d83-bd65-ff0219d0647b" providerId="AD" clId="Web-{9CDB069F-08D4-48BA-932F-6AA7237D1F43}" dt="2021-09-20T15:36:15.860" v="990" actId="1076"/>
          <ac:cxnSpMkLst>
            <pc:docMk/>
            <pc:sldMk cId="2177938594" sldId="261"/>
            <ac:cxnSpMk id="32" creationId="{9BE734FD-5A24-474A-B439-83ECAA693E0C}"/>
          </ac:cxnSpMkLst>
        </pc:cxnChg>
        <pc:cxnChg chg="add mod">
          <ac:chgData name="Nishan Magar" userId="S::nishan2021@virinchicollege.edu.np::567058dd-4908-4d83-bd65-ff0219d0647b" providerId="AD" clId="Web-{9CDB069F-08D4-48BA-932F-6AA7237D1F43}" dt="2021-09-20T15:35:40.094" v="984" actId="1076"/>
          <ac:cxnSpMkLst>
            <pc:docMk/>
            <pc:sldMk cId="2177938594" sldId="261"/>
            <ac:cxnSpMk id="34" creationId="{3F39EFF4-CC74-411B-9698-3882C4C15A1E}"/>
          </ac:cxnSpMkLst>
        </pc:cxnChg>
        <pc:cxnChg chg="add mod">
          <ac:chgData name="Nishan Magar" userId="S::nishan2021@virinchicollege.edu.np::567058dd-4908-4d83-bd65-ff0219d0647b" providerId="AD" clId="Web-{9CDB069F-08D4-48BA-932F-6AA7237D1F43}" dt="2021-09-20T15:25:34.362" v="867" actId="14100"/>
          <ac:cxnSpMkLst>
            <pc:docMk/>
            <pc:sldMk cId="2177938594" sldId="261"/>
            <ac:cxnSpMk id="36" creationId="{CF219CDE-B9E5-4C04-93F1-D4D16C60ABC6}"/>
          </ac:cxnSpMkLst>
        </pc:cxnChg>
        <pc:cxnChg chg="add mod">
          <ac:chgData name="Nishan Magar" userId="S::nishan2021@virinchicollege.edu.np::567058dd-4908-4d83-bd65-ff0219d0647b" providerId="AD" clId="Web-{9CDB069F-08D4-48BA-932F-6AA7237D1F43}" dt="2021-09-20T15:27:14.552" v="887" actId="14100"/>
          <ac:cxnSpMkLst>
            <pc:docMk/>
            <pc:sldMk cId="2177938594" sldId="261"/>
            <ac:cxnSpMk id="39" creationId="{403196D1-3F41-4477-A50A-EB3ACEC8969B}"/>
          </ac:cxnSpMkLst>
        </pc:cxnChg>
        <pc:cxnChg chg="add mod">
          <ac:chgData name="Nishan Magar" userId="S::nishan2021@virinchicollege.edu.np::567058dd-4908-4d83-bd65-ff0219d0647b" providerId="AD" clId="Web-{9CDB069F-08D4-48BA-932F-6AA7237D1F43}" dt="2021-09-20T15:27:39.162" v="891" actId="14100"/>
          <ac:cxnSpMkLst>
            <pc:docMk/>
            <pc:sldMk cId="2177938594" sldId="261"/>
            <ac:cxnSpMk id="40" creationId="{9AA4C1BD-229F-4CBC-AD1A-4F9280B13A27}"/>
          </ac:cxnSpMkLst>
        </pc:cxnChg>
        <pc:cxnChg chg="add mod">
          <ac:chgData name="Nishan Magar" userId="S::nishan2021@virinchicollege.edu.np::567058dd-4908-4d83-bd65-ff0219d0647b" providerId="AD" clId="Web-{9CDB069F-08D4-48BA-932F-6AA7237D1F43}" dt="2021-09-20T15:27:55.178" v="893" actId="1076"/>
          <ac:cxnSpMkLst>
            <pc:docMk/>
            <pc:sldMk cId="2177938594" sldId="261"/>
            <ac:cxnSpMk id="41" creationId="{59FFD38A-3323-43B3-8603-84A512EE2ACF}"/>
          </ac:cxnSpMkLst>
        </pc:cxnChg>
        <pc:cxnChg chg="add mod">
          <ac:chgData name="Nishan Magar" userId="S::nishan2021@virinchicollege.edu.np::567058dd-4908-4d83-bd65-ff0219d0647b" providerId="AD" clId="Web-{9CDB069F-08D4-48BA-932F-6AA7237D1F43}" dt="2021-09-20T15:28:18.850" v="896" actId="1076"/>
          <ac:cxnSpMkLst>
            <pc:docMk/>
            <pc:sldMk cId="2177938594" sldId="261"/>
            <ac:cxnSpMk id="42" creationId="{5C5768BE-1E06-4DAC-8EF0-4A07B0057FDE}"/>
          </ac:cxnSpMkLst>
        </pc:cxnChg>
        <pc:cxnChg chg="add mod">
          <ac:chgData name="Nishan Magar" userId="S::nishan2021@virinchicollege.edu.np::567058dd-4908-4d83-bd65-ff0219d0647b" providerId="AD" clId="Web-{9CDB069F-08D4-48BA-932F-6AA7237D1F43}" dt="2021-09-20T15:36:28.376" v="992" actId="14100"/>
          <ac:cxnSpMkLst>
            <pc:docMk/>
            <pc:sldMk cId="2177938594" sldId="261"/>
            <ac:cxnSpMk id="44" creationId="{1B33A4EC-41B7-41D4-BB7C-2871E2415050}"/>
          </ac:cxnSpMkLst>
        </pc:cxnChg>
        <pc:cxnChg chg="add mod">
          <ac:chgData name="Nishan Magar" userId="S::nishan2021@virinchicollege.edu.np::567058dd-4908-4d83-bd65-ff0219d0647b" providerId="AD" clId="Web-{9CDB069F-08D4-48BA-932F-6AA7237D1F43}" dt="2021-09-20T15:36:51.345" v="996" actId="14100"/>
          <ac:cxnSpMkLst>
            <pc:docMk/>
            <pc:sldMk cId="2177938594" sldId="261"/>
            <ac:cxnSpMk id="45" creationId="{27564F14-7EE2-4ABB-A384-B13C619AA2BC}"/>
          </ac:cxnSpMkLst>
        </pc:cxnChg>
      </pc:sldChg>
    </pc:docChg>
  </pc:docChgLst>
  <pc:docChgLst>
    <pc:chgData name="Ronit  Tamrakar" userId="S::ronit2021@virinchicollege.edu.np::5ae5c8e9-7334-4d34-ab86-1d9f23f25c26" providerId="AD" clId="Web-{0D7D5DAF-DF33-424F-804A-4BEADA6F8843}"/>
    <pc:docChg chg="modSld addMainMaster delMainMaster">
      <pc:chgData name="Ronit  Tamrakar" userId="S::ronit2021@virinchicollege.edu.np::5ae5c8e9-7334-4d34-ab86-1d9f23f25c26" providerId="AD" clId="Web-{0D7D5DAF-DF33-424F-804A-4BEADA6F8843}" dt="2021-09-21T02:05:50.904" v="3"/>
      <pc:docMkLst>
        <pc:docMk/>
      </pc:docMkLst>
      <pc:sldChg chg="modSp mod modClrScheme chgLayout">
        <pc:chgData name="Ronit  Tamrakar" userId="S::ronit2021@virinchicollege.edu.np::5ae5c8e9-7334-4d34-ab86-1d9f23f25c26" providerId="AD" clId="Web-{0D7D5DAF-DF33-424F-804A-4BEADA6F8843}" dt="2021-09-21T02:05:50.904" v="3"/>
        <pc:sldMkLst>
          <pc:docMk/>
          <pc:sldMk cId="1589085034" sldId="256"/>
        </pc:sldMkLst>
        <pc:spChg chg="mod ord">
          <ac:chgData name="Ronit  Tamrakar" userId="S::ronit2021@virinchicollege.edu.np::5ae5c8e9-7334-4d34-ab86-1d9f23f25c26" providerId="AD" clId="Web-{0D7D5DAF-DF33-424F-804A-4BEADA6F8843}" dt="2021-09-21T02:05:50.904" v="3"/>
          <ac:spMkLst>
            <pc:docMk/>
            <pc:sldMk cId="1589085034" sldId="256"/>
            <ac:spMk id="3" creationId="{B74DDF48-A69A-416D-A09F-7534451BB486}"/>
          </ac:spMkLst>
        </pc:spChg>
      </pc:sldChg>
      <pc:sldChg chg="modSp mod modClrScheme chgLayout">
        <pc:chgData name="Ronit  Tamrakar" userId="S::ronit2021@virinchicollege.edu.np::5ae5c8e9-7334-4d34-ab86-1d9f23f25c26" providerId="AD" clId="Web-{0D7D5DAF-DF33-424F-804A-4BEADA6F8843}" dt="2021-09-21T02:05:50.904" v="3"/>
        <pc:sldMkLst>
          <pc:docMk/>
          <pc:sldMk cId="647932677" sldId="257"/>
        </pc:sldMkLst>
        <pc:spChg chg="mod ord">
          <ac:chgData name="Ronit  Tamrakar" userId="S::ronit2021@virinchicollege.edu.np::5ae5c8e9-7334-4d34-ab86-1d9f23f25c26" providerId="AD" clId="Web-{0D7D5DAF-DF33-424F-804A-4BEADA6F8843}" dt="2021-09-21T02:05:50.904" v="3"/>
          <ac:spMkLst>
            <pc:docMk/>
            <pc:sldMk cId="647932677" sldId="257"/>
            <ac:spMk id="2" creationId="{19DDB57D-A6FE-4F48-B4FB-55686826A245}"/>
          </ac:spMkLst>
        </pc:spChg>
        <pc:spChg chg="mod ord">
          <ac:chgData name="Ronit  Tamrakar" userId="S::ronit2021@virinchicollege.edu.np::5ae5c8e9-7334-4d34-ab86-1d9f23f25c26" providerId="AD" clId="Web-{0D7D5DAF-DF33-424F-804A-4BEADA6F8843}" dt="2021-09-21T02:05:50.904" v="3"/>
          <ac:spMkLst>
            <pc:docMk/>
            <pc:sldMk cId="647932677" sldId="257"/>
            <ac:spMk id="3" creationId="{A16DF956-0713-494C-8062-61325C6A207A}"/>
          </ac:spMkLst>
        </pc:spChg>
      </pc:sldChg>
      <pc:sldChg chg="modSp mod modClrScheme chgLayout">
        <pc:chgData name="Ronit  Tamrakar" userId="S::ronit2021@virinchicollege.edu.np::5ae5c8e9-7334-4d34-ab86-1d9f23f25c26" providerId="AD" clId="Web-{0D7D5DAF-DF33-424F-804A-4BEADA6F8843}" dt="2021-09-21T02:05:50.904" v="3"/>
        <pc:sldMkLst>
          <pc:docMk/>
          <pc:sldMk cId="3988061048" sldId="258"/>
        </pc:sldMkLst>
        <pc:spChg chg="mod ord">
          <ac:chgData name="Ronit  Tamrakar" userId="S::ronit2021@virinchicollege.edu.np::5ae5c8e9-7334-4d34-ab86-1d9f23f25c26" providerId="AD" clId="Web-{0D7D5DAF-DF33-424F-804A-4BEADA6F8843}" dt="2021-09-21T02:05:50.904" v="3"/>
          <ac:spMkLst>
            <pc:docMk/>
            <pc:sldMk cId="3988061048" sldId="258"/>
            <ac:spMk id="2" creationId="{89E72CB0-4478-480F-95D5-0E7659BD200B}"/>
          </ac:spMkLst>
        </pc:spChg>
        <pc:spChg chg="mod ord">
          <ac:chgData name="Ronit  Tamrakar" userId="S::ronit2021@virinchicollege.edu.np::5ae5c8e9-7334-4d34-ab86-1d9f23f25c26" providerId="AD" clId="Web-{0D7D5DAF-DF33-424F-804A-4BEADA6F8843}" dt="2021-09-21T02:05:50.904" v="3"/>
          <ac:spMkLst>
            <pc:docMk/>
            <pc:sldMk cId="3988061048" sldId="258"/>
            <ac:spMk id="3" creationId="{4EA08A75-3D05-47BE-BB91-37087D24C3A2}"/>
          </ac:spMkLst>
        </pc:spChg>
      </pc:sldChg>
      <pc:sldChg chg="modSp mod modClrScheme chgLayout">
        <pc:chgData name="Ronit  Tamrakar" userId="S::ronit2021@virinchicollege.edu.np::5ae5c8e9-7334-4d34-ab86-1d9f23f25c26" providerId="AD" clId="Web-{0D7D5DAF-DF33-424F-804A-4BEADA6F8843}" dt="2021-09-21T02:05:50.904" v="3"/>
        <pc:sldMkLst>
          <pc:docMk/>
          <pc:sldMk cId="2883054365" sldId="259"/>
        </pc:sldMkLst>
        <pc:spChg chg="mod ord">
          <ac:chgData name="Ronit  Tamrakar" userId="S::ronit2021@virinchicollege.edu.np::5ae5c8e9-7334-4d34-ab86-1d9f23f25c26" providerId="AD" clId="Web-{0D7D5DAF-DF33-424F-804A-4BEADA6F8843}" dt="2021-09-21T02:05:50.904" v="3"/>
          <ac:spMkLst>
            <pc:docMk/>
            <pc:sldMk cId="2883054365" sldId="259"/>
            <ac:spMk id="2" creationId="{97E88294-7A97-405B-9A6F-CC7E9D109657}"/>
          </ac:spMkLst>
        </pc:spChg>
        <pc:spChg chg="mod ord">
          <ac:chgData name="Ronit  Tamrakar" userId="S::ronit2021@virinchicollege.edu.np::5ae5c8e9-7334-4d34-ab86-1d9f23f25c26" providerId="AD" clId="Web-{0D7D5DAF-DF33-424F-804A-4BEADA6F8843}" dt="2021-09-21T02:05:50.904" v="3"/>
          <ac:spMkLst>
            <pc:docMk/>
            <pc:sldMk cId="2883054365" sldId="259"/>
            <ac:spMk id="3" creationId="{3B2147BF-E85C-4EDF-B4FF-5A4AF4F1F042}"/>
          </ac:spMkLst>
        </pc:spChg>
      </pc:sldChg>
      <pc:sldChg chg="modSp mod modClrScheme chgLayout">
        <pc:chgData name="Ronit  Tamrakar" userId="S::ronit2021@virinchicollege.edu.np::5ae5c8e9-7334-4d34-ab86-1d9f23f25c26" providerId="AD" clId="Web-{0D7D5DAF-DF33-424F-804A-4BEADA6F8843}" dt="2021-09-21T02:05:50.904" v="3"/>
        <pc:sldMkLst>
          <pc:docMk/>
          <pc:sldMk cId="1851092913" sldId="260"/>
        </pc:sldMkLst>
        <pc:spChg chg="mod ord">
          <ac:chgData name="Ronit  Tamrakar" userId="S::ronit2021@virinchicollege.edu.np::5ae5c8e9-7334-4d34-ab86-1d9f23f25c26" providerId="AD" clId="Web-{0D7D5DAF-DF33-424F-804A-4BEADA6F8843}" dt="2021-09-21T02:05:50.904" v="3"/>
          <ac:spMkLst>
            <pc:docMk/>
            <pc:sldMk cId="1851092913" sldId="260"/>
            <ac:spMk id="2" creationId="{78E2DBF3-F933-4B36-9F6E-AE583666B786}"/>
          </ac:spMkLst>
        </pc:spChg>
        <pc:spChg chg="mod ord">
          <ac:chgData name="Ronit  Tamrakar" userId="S::ronit2021@virinchicollege.edu.np::5ae5c8e9-7334-4d34-ab86-1d9f23f25c26" providerId="AD" clId="Web-{0D7D5DAF-DF33-424F-804A-4BEADA6F8843}" dt="2021-09-21T02:05:50.904" v="3"/>
          <ac:spMkLst>
            <pc:docMk/>
            <pc:sldMk cId="1851092913" sldId="260"/>
            <ac:spMk id="3" creationId="{AA57E1B5-10D5-4F56-97BA-242227A990E7}"/>
          </ac:spMkLst>
        </pc:spChg>
      </pc:sldChg>
      <pc:sldChg chg="mod modClrScheme chgLayout">
        <pc:chgData name="Ronit  Tamrakar" userId="S::ronit2021@virinchicollege.edu.np::5ae5c8e9-7334-4d34-ab86-1d9f23f25c26" providerId="AD" clId="Web-{0D7D5DAF-DF33-424F-804A-4BEADA6F8843}" dt="2021-09-21T02:05:50.904" v="3"/>
        <pc:sldMkLst>
          <pc:docMk/>
          <pc:sldMk cId="2177938594" sldId="261"/>
        </pc:sldMkLst>
      </pc:sldChg>
      <pc:sldMasterChg chg="add del addSldLayout delSldLayout">
        <pc:chgData name="Ronit  Tamrakar" userId="S::ronit2021@virinchicollege.edu.np::5ae5c8e9-7334-4d34-ab86-1d9f23f25c26" providerId="AD" clId="Web-{0D7D5DAF-DF33-424F-804A-4BEADA6F8843}" dt="2021-09-21T02:05:50.904" v="3"/>
        <pc:sldMasterMkLst>
          <pc:docMk/>
          <pc:sldMasterMk cId="2521779018" sldId="2147483648"/>
        </pc:sldMasterMkLst>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2076497515" sldId="2147483649"/>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2220491094" sldId="2147483650"/>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3705848977" sldId="2147483651"/>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2458247833" sldId="2147483652"/>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435150495" sldId="2147483653"/>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1302669558" sldId="2147483654"/>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137746790" sldId="2147483655"/>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2940370654" sldId="2147483656"/>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2051925732" sldId="2147483657"/>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1769366433" sldId="2147483658"/>
          </pc:sldLayoutMkLst>
        </pc:sldLayoutChg>
        <pc:sldLayoutChg chg="add del">
          <pc:chgData name="Ronit  Tamrakar" userId="S::ronit2021@virinchicollege.edu.np::5ae5c8e9-7334-4d34-ab86-1d9f23f25c26" providerId="AD" clId="Web-{0D7D5DAF-DF33-424F-804A-4BEADA6F8843}" dt="2021-09-21T02:05:50.904" v="3"/>
          <pc:sldLayoutMkLst>
            <pc:docMk/>
            <pc:sldMasterMk cId="2521779018" sldId="2147483648"/>
            <pc:sldLayoutMk cId="2213376769" sldId="2147483659"/>
          </pc:sldLayoutMkLst>
        </pc:sldLayoutChg>
      </pc:sldMasterChg>
      <pc:sldMasterChg chg="add del addSldLayout delSldLayout modSldLayout">
        <pc:chgData name="Ronit  Tamrakar" userId="S::ronit2021@virinchicollege.edu.np::5ae5c8e9-7334-4d34-ab86-1d9f23f25c26" providerId="AD" clId="Web-{0D7D5DAF-DF33-424F-804A-4BEADA6F8843}" dt="2021-09-21T02:05:50.904" v="3"/>
        <pc:sldMasterMkLst>
          <pc:docMk/>
          <pc:sldMasterMk cId="838671971" sldId="2147483660"/>
        </pc:sldMasterMkLst>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1167744401" sldId="2147483661"/>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1436559673" sldId="2147483662"/>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3028193545" sldId="2147483663"/>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2835552088" sldId="2147483664"/>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2138603046" sldId="2147483665"/>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4119470863" sldId="2147483666"/>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1054121221" sldId="2147483667"/>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1109513953" sldId="2147483668"/>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3524611322" sldId="2147483669"/>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3814620813" sldId="2147483670"/>
          </pc:sldLayoutMkLst>
        </pc:sldLayoutChg>
        <pc:sldLayoutChg chg="add del mod replId">
          <pc:chgData name="Ronit  Tamrakar" userId="S::ronit2021@virinchicollege.edu.np::5ae5c8e9-7334-4d34-ab86-1d9f23f25c26" providerId="AD" clId="Web-{0D7D5DAF-DF33-424F-804A-4BEADA6F8843}" dt="2021-09-21T02:05:50.904" v="3"/>
          <pc:sldLayoutMkLst>
            <pc:docMk/>
            <pc:sldMasterMk cId="838671971" sldId="2147483660"/>
            <pc:sldLayoutMk cId="3121602805" sldId="2147483671"/>
          </pc:sldLayoutMkLst>
        </pc:sldLayoutChg>
      </pc:sldMasterChg>
      <pc:sldMasterChg chg="add del addSldLayout delSldLayout modSldLayout">
        <pc:chgData name="Ronit  Tamrakar" userId="S::ronit2021@virinchicollege.edu.np::5ae5c8e9-7334-4d34-ab86-1d9f23f25c26" providerId="AD" clId="Web-{0D7D5DAF-DF33-424F-804A-4BEADA6F8843}" dt="2021-09-21T02:05:40.044" v="1"/>
        <pc:sldMasterMkLst>
          <pc:docMk/>
          <pc:sldMasterMk cId="2820584796" sldId="2147483660"/>
        </pc:sldMasterMkLst>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2147224007" sldId="2147483661"/>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758806305" sldId="2147483662"/>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1760508949" sldId="2147483663"/>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1739632694" sldId="2147483664"/>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3733919349" sldId="2147483665"/>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1162918241" sldId="2147483666"/>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3379878226" sldId="2147483667"/>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4227886578" sldId="2147483668"/>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1381903525" sldId="2147483669"/>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3519608866" sldId="2147483670"/>
          </pc:sldLayoutMkLst>
        </pc:sldLayoutChg>
        <pc:sldLayoutChg chg="add del mod replId">
          <pc:chgData name="Ronit  Tamrakar" userId="S::ronit2021@virinchicollege.edu.np::5ae5c8e9-7334-4d34-ab86-1d9f23f25c26" providerId="AD" clId="Web-{0D7D5DAF-DF33-424F-804A-4BEADA6F8843}" dt="2021-09-21T02:05:40.044" v="1"/>
          <pc:sldLayoutMkLst>
            <pc:docMk/>
            <pc:sldMasterMk cId="2820584796" sldId="2147483660"/>
            <pc:sldLayoutMk cId="855875229" sldId="2147483671"/>
          </pc:sldLayoutMkLst>
        </pc:sldLayoutChg>
      </pc:sldMasterChg>
    </pc:docChg>
  </pc:docChgLst>
  <pc:docChgLst>
    <pc:chgData name="Chandra Rai" userId="S::chandra2021@virinchicollege.edu.np::ce7bd481-ff6f-40bc-b435-bb102baa1d13" providerId="AD" clId="Web-{2A8A5598-9A00-42A3-A668-6D758272A663}"/>
    <pc:docChg chg="modSld">
      <pc:chgData name="Chandra Rai" userId="S::chandra2021@virinchicollege.edu.np::ce7bd481-ff6f-40bc-b435-bb102baa1d13" providerId="AD" clId="Web-{2A8A5598-9A00-42A3-A668-6D758272A663}" dt="2021-09-20T08:12:42.234" v="110"/>
      <pc:docMkLst>
        <pc:docMk/>
      </pc:docMkLst>
      <pc:sldChg chg="addSp delSp modSp">
        <pc:chgData name="Chandra Rai" userId="S::chandra2021@virinchicollege.edu.np::ce7bd481-ff6f-40bc-b435-bb102baa1d13" providerId="AD" clId="Web-{2A8A5598-9A00-42A3-A668-6D758272A663}" dt="2021-09-20T08:12:42.234" v="110"/>
        <pc:sldMkLst>
          <pc:docMk/>
          <pc:sldMk cId="1589085034" sldId="256"/>
        </pc:sldMkLst>
        <pc:spChg chg="mod">
          <ac:chgData name="Chandra Rai" userId="S::chandra2021@virinchicollege.edu.np::ce7bd481-ff6f-40bc-b435-bb102baa1d13" providerId="AD" clId="Web-{2A8A5598-9A00-42A3-A668-6D758272A663}" dt="2021-09-20T08:08:04.027" v="16" actId="20577"/>
          <ac:spMkLst>
            <pc:docMk/>
            <pc:sldMk cId="1589085034" sldId="256"/>
            <ac:spMk id="2" creationId="{5D78A520-072B-4BA0-B141-CFE536DF0B2E}"/>
          </ac:spMkLst>
        </pc:spChg>
        <pc:spChg chg="mod">
          <ac:chgData name="Chandra Rai" userId="S::chandra2021@virinchicollege.edu.np::ce7bd481-ff6f-40bc-b435-bb102baa1d13" providerId="AD" clId="Web-{2A8A5598-9A00-42A3-A668-6D758272A663}" dt="2021-09-20T08:09:25.762" v="36" actId="1076"/>
          <ac:spMkLst>
            <pc:docMk/>
            <pc:sldMk cId="1589085034" sldId="256"/>
            <ac:spMk id="3" creationId="{B74DDF48-A69A-416D-A09F-7534451BB486}"/>
          </ac:spMkLst>
        </pc:spChg>
        <pc:spChg chg="add mod">
          <ac:chgData name="Chandra Rai" userId="S::chandra2021@virinchicollege.edu.np::ce7bd481-ff6f-40bc-b435-bb102baa1d13" providerId="AD" clId="Web-{2A8A5598-9A00-42A3-A668-6D758272A663}" dt="2021-09-20T08:12:38.937" v="109" actId="14100"/>
          <ac:spMkLst>
            <pc:docMk/>
            <pc:sldMk cId="1589085034" sldId="256"/>
            <ac:spMk id="4" creationId="{9D119BF4-A040-4E05-BD74-6135DACF9139}"/>
          </ac:spMkLst>
        </pc:spChg>
        <pc:spChg chg="add del mod">
          <ac:chgData name="Chandra Rai" userId="S::chandra2021@virinchicollege.edu.np::ce7bd481-ff6f-40bc-b435-bb102baa1d13" providerId="AD" clId="Web-{2A8A5598-9A00-42A3-A668-6D758272A663}" dt="2021-09-20T08:10:16.419" v="46"/>
          <ac:spMkLst>
            <pc:docMk/>
            <pc:sldMk cId="1589085034" sldId="256"/>
            <ac:spMk id="5" creationId="{FC09E756-6173-440F-86D6-C2B5BB694D6E}"/>
          </ac:spMkLst>
        </pc:spChg>
        <pc:spChg chg="add del mod">
          <ac:chgData name="Chandra Rai" userId="S::chandra2021@virinchicollege.edu.np::ce7bd481-ff6f-40bc-b435-bb102baa1d13" providerId="AD" clId="Web-{2A8A5598-9A00-42A3-A668-6D758272A663}" dt="2021-09-20T08:11:25.233" v="72"/>
          <ac:spMkLst>
            <pc:docMk/>
            <pc:sldMk cId="1589085034" sldId="256"/>
            <ac:spMk id="7" creationId="{05A8A65F-6B66-4D9E-BD47-2A7C52C3EFFF}"/>
          </ac:spMkLst>
        </pc:spChg>
        <pc:spChg chg="add del">
          <ac:chgData name="Chandra Rai" userId="S::chandra2021@virinchicollege.edu.np::ce7bd481-ff6f-40bc-b435-bb102baa1d13" providerId="AD" clId="Web-{2A8A5598-9A00-42A3-A668-6D758272A663}" dt="2021-09-20T08:11:07.295" v="63"/>
          <ac:spMkLst>
            <pc:docMk/>
            <pc:sldMk cId="1589085034" sldId="256"/>
            <ac:spMk id="8" creationId="{243CD1B0-06F6-483E-8341-90830A88CA89}"/>
          </ac:spMkLst>
        </pc:spChg>
        <pc:spChg chg="add">
          <ac:chgData name="Chandra Rai" userId="S::chandra2021@virinchicollege.edu.np::ce7bd481-ff6f-40bc-b435-bb102baa1d13" providerId="AD" clId="Web-{2A8A5598-9A00-42A3-A668-6D758272A663}" dt="2021-09-20T08:12:42.234" v="110"/>
          <ac:spMkLst>
            <pc:docMk/>
            <pc:sldMk cId="1589085034" sldId="256"/>
            <ac:spMk id="9" creationId="{56AC9702-BFF5-4C20-A849-6A9BC8EBE33B}"/>
          </ac:spMkLst>
        </pc:spChg>
      </pc:sldChg>
    </pc:docChg>
  </pc:docChgLst>
  <pc:docChgLst>
    <pc:chgData name="Rahul Karki" userId="S::rahul@virinchicollege.edu.np::1a503400-6c98-41aa-afaa-c44533558e0c" providerId="AD" clId="Web-{A604FF21-6FD3-F5E6-F600-6E6AC26C03CD}"/>
    <pc:docChg chg="delSld modSld">
      <pc:chgData name="Rahul Karki" userId="S::rahul@virinchicollege.edu.np::1a503400-6c98-41aa-afaa-c44533558e0c" providerId="AD" clId="Web-{A604FF21-6FD3-F5E6-F600-6E6AC26C03CD}" dt="2021-09-20T09:40:42.520" v="279"/>
      <pc:docMkLst>
        <pc:docMk/>
      </pc:docMkLst>
      <pc:sldChg chg="delSp modSp">
        <pc:chgData name="Rahul Karki" userId="S::rahul@virinchicollege.edu.np::1a503400-6c98-41aa-afaa-c44533558e0c" providerId="AD" clId="Web-{A604FF21-6FD3-F5E6-F600-6E6AC26C03CD}" dt="2021-09-20T09:26:12.393" v="7"/>
        <pc:sldMkLst>
          <pc:docMk/>
          <pc:sldMk cId="1589085034" sldId="256"/>
        </pc:sldMkLst>
        <pc:spChg chg="mod">
          <ac:chgData name="Rahul Karki" userId="S::rahul@virinchicollege.edu.np::1a503400-6c98-41aa-afaa-c44533558e0c" providerId="AD" clId="Web-{A604FF21-6FD3-F5E6-F600-6E6AC26C03CD}" dt="2021-09-20T09:26:06.815" v="6" actId="20577"/>
          <ac:spMkLst>
            <pc:docMk/>
            <pc:sldMk cId="1589085034" sldId="256"/>
            <ac:spMk id="4" creationId="{9D119BF4-A040-4E05-BD74-6135DACF9139}"/>
          </ac:spMkLst>
        </pc:spChg>
        <pc:spChg chg="del">
          <ac:chgData name="Rahul Karki" userId="S::rahul@virinchicollege.edu.np::1a503400-6c98-41aa-afaa-c44533558e0c" providerId="AD" clId="Web-{A604FF21-6FD3-F5E6-F600-6E6AC26C03CD}" dt="2021-09-20T09:26:12.393" v="7"/>
          <ac:spMkLst>
            <pc:docMk/>
            <pc:sldMk cId="1589085034" sldId="256"/>
            <ac:spMk id="9" creationId="{56AC9702-BFF5-4C20-A849-6A9BC8EBE33B}"/>
          </ac:spMkLst>
        </pc:spChg>
      </pc:sldChg>
      <pc:sldChg chg="modSp">
        <pc:chgData name="Rahul Karki" userId="S::rahul@virinchicollege.edu.np::1a503400-6c98-41aa-afaa-c44533558e0c" providerId="AD" clId="Web-{A604FF21-6FD3-F5E6-F600-6E6AC26C03CD}" dt="2021-09-20T09:40:29.098" v="278" actId="20577"/>
        <pc:sldMkLst>
          <pc:docMk/>
          <pc:sldMk cId="647932677" sldId="257"/>
        </pc:sldMkLst>
        <pc:spChg chg="mod">
          <ac:chgData name="Rahul Karki" userId="S::rahul@virinchicollege.edu.np::1a503400-6c98-41aa-afaa-c44533558e0c" providerId="AD" clId="Web-{A604FF21-6FD3-F5E6-F600-6E6AC26C03CD}" dt="2021-09-20T09:33:40.855" v="98" actId="20577"/>
          <ac:spMkLst>
            <pc:docMk/>
            <pc:sldMk cId="647932677" sldId="257"/>
            <ac:spMk id="2" creationId="{19DDB57D-A6FE-4F48-B4FB-55686826A245}"/>
          </ac:spMkLst>
        </pc:spChg>
        <pc:spChg chg="mod">
          <ac:chgData name="Rahul Karki" userId="S::rahul@virinchicollege.edu.np::1a503400-6c98-41aa-afaa-c44533558e0c" providerId="AD" clId="Web-{A604FF21-6FD3-F5E6-F600-6E6AC26C03CD}" dt="2021-09-20T09:40:29.098" v="278" actId="20577"/>
          <ac:spMkLst>
            <pc:docMk/>
            <pc:sldMk cId="647932677" sldId="257"/>
            <ac:spMk id="3" creationId="{A16DF956-0713-494C-8062-61325C6A207A}"/>
          </ac:spMkLst>
        </pc:spChg>
      </pc:sldChg>
      <pc:sldChg chg="modSp">
        <pc:chgData name="Rahul Karki" userId="S::rahul@virinchicollege.edu.np::1a503400-6c98-41aa-afaa-c44533558e0c" providerId="AD" clId="Web-{A604FF21-6FD3-F5E6-F600-6E6AC26C03CD}" dt="2021-09-20T09:38:17.423" v="247" actId="20577"/>
        <pc:sldMkLst>
          <pc:docMk/>
          <pc:sldMk cId="3988061048" sldId="258"/>
        </pc:sldMkLst>
        <pc:spChg chg="mod">
          <ac:chgData name="Rahul Karki" userId="S::rahul@virinchicollege.edu.np::1a503400-6c98-41aa-afaa-c44533558e0c" providerId="AD" clId="Web-{A604FF21-6FD3-F5E6-F600-6E6AC26C03CD}" dt="2021-09-20T09:38:17.423" v="247" actId="20577"/>
          <ac:spMkLst>
            <pc:docMk/>
            <pc:sldMk cId="3988061048" sldId="258"/>
            <ac:spMk id="2" creationId="{89E72CB0-4478-480F-95D5-0E7659BD200B}"/>
          </ac:spMkLst>
        </pc:spChg>
        <pc:spChg chg="mod">
          <ac:chgData name="Rahul Karki" userId="S::rahul@virinchicollege.edu.np::1a503400-6c98-41aa-afaa-c44533558e0c" providerId="AD" clId="Web-{A604FF21-6FD3-F5E6-F600-6E6AC26C03CD}" dt="2021-09-20T09:37:18.359" v="240" actId="20577"/>
          <ac:spMkLst>
            <pc:docMk/>
            <pc:sldMk cId="3988061048" sldId="258"/>
            <ac:spMk id="3" creationId="{4EA08A75-3D05-47BE-BB91-37087D24C3A2}"/>
          </ac:spMkLst>
        </pc:spChg>
      </pc:sldChg>
      <pc:sldChg chg="modSp">
        <pc:chgData name="Rahul Karki" userId="S::rahul@virinchicollege.edu.np::1a503400-6c98-41aa-afaa-c44533558e0c" providerId="AD" clId="Web-{A604FF21-6FD3-F5E6-F600-6E6AC26C03CD}" dt="2021-09-20T09:38:51.064" v="276" actId="20577"/>
        <pc:sldMkLst>
          <pc:docMk/>
          <pc:sldMk cId="2883054365" sldId="259"/>
        </pc:sldMkLst>
        <pc:spChg chg="mod">
          <ac:chgData name="Rahul Karki" userId="S::rahul@virinchicollege.edu.np::1a503400-6c98-41aa-afaa-c44533558e0c" providerId="AD" clId="Web-{A604FF21-6FD3-F5E6-F600-6E6AC26C03CD}" dt="2021-09-20T09:38:23.908" v="257" actId="20577"/>
          <ac:spMkLst>
            <pc:docMk/>
            <pc:sldMk cId="2883054365" sldId="259"/>
            <ac:spMk id="2" creationId="{97E88294-7A97-405B-9A6F-CC7E9D109657}"/>
          </ac:spMkLst>
        </pc:spChg>
        <pc:spChg chg="mod">
          <ac:chgData name="Rahul Karki" userId="S::rahul@virinchicollege.edu.np::1a503400-6c98-41aa-afaa-c44533558e0c" providerId="AD" clId="Web-{A604FF21-6FD3-F5E6-F600-6E6AC26C03CD}" dt="2021-09-20T09:38:51.064" v="276" actId="20577"/>
          <ac:spMkLst>
            <pc:docMk/>
            <pc:sldMk cId="2883054365" sldId="259"/>
            <ac:spMk id="3" creationId="{3B2147BF-E85C-4EDF-B4FF-5A4AF4F1F042}"/>
          </ac:spMkLst>
        </pc:spChg>
      </pc:sldChg>
      <pc:sldChg chg="del">
        <pc:chgData name="Rahul Karki" userId="S::rahul@virinchicollege.edu.np::1a503400-6c98-41aa-afaa-c44533558e0c" providerId="AD" clId="Web-{A604FF21-6FD3-F5E6-F600-6E6AC26C03CD}" dt="2021-09-20T09:40:42.520" v="279"/>
        <pc:sldMkLst>
          <pc:docMk/>
          <pc:sldMk cId="3928850101" sldId="260"/>
        </pc:sldMkLst>
      </pc:sldChg>
    </pc:docChg>
  </pc:docChgLst>
  <pc:docChgLst>
    <pc:chgData clId="Web-{2A8A5598-9A00-42A3-A668-6D758272A663}"/>
    <pc:docChg chg="modSld">
      <pc:chgData name="" userId="" providerId="" clId="Web-{2A8A5598-9A00-42A3-A668-6D758272A663}" dt="2021-09-20T08:06:43.541" v="4" actId="20577"/>
      <pc:docMkLst>
        <pc:docMk/>
      </pc:docMkLst>
      <pc:sldChg chg="modSp">
        <pc:chgData name="" userId="" providerId="" clId="Web-{2A8A5598-9A00-42A3-A668-6D758272A663}" dt="2021-09-20T08:06:43.541" v="4" actId="20577"/>
        <pc:sldMkLst>
          <pc:docMk/>
          <pc:sldMk cId="1589085034" sldId="256"/>
        </pc:sldMkLst>
        <pc:spChg chg="mod">
          <ac:chgData name="" userId="" providerId="" clId="Web-{2A8A5598-9A00-42A3-A668-6D758272A663}" dt="2021-09-20T08:06:43.541" v="4" actId="20577"/>
          <ac:spMkLst>
            <pc:docMk/>
            <pc:sldMk cId="1589085034" sldId="256"/>
            <ac:spMk id="2" creationId="{5D78A520-072B-4BA0-B141-CFE536DF0B2E}"/>
          </ac:spMkLst>
        </pc:spChg>
      </pc:sldChg>
    </pc:docChg>
  </pc:docChgLst>
  <pc:docChgLst>
    <pc:chgData name="Kiran" userId="S::kiran2021@virinchicollege.edu.np::db3be562-a10a-450e-a2c1-8f549d45af60" providerId="AD" clId="Web-{6148A8D6-21B2-469B-AD98-5E208F7C14A7}"/>
    <pc:docChg chg="addSld modSld">
      <pc:chgData name="Kiran" userId="S::kiran2021@virinchicollege.edu.np::db3be562-a10a-450e-a2c1-8f549d45af60" providerId="AD" clId="Web-{6148A8D6-21B2-469B-AD98-5E208F7C14A7}" dt="2021-09-20T14:38:04.784" v="16" actId="20577"/>
      <pc:docMkLst>
        <pc:docMk/>
      </pc:docMkLst>
      <pc:sldChg chg="modSp new">
        <pc:chgData name="Kiran" userId="S::kiran2021@virinchicollege.edu.np::db3be562-a10a-450e-a2c1-8f549d45af60" providerId="AD" clId="Web-{6148A8D6-21B2-469B-AD98-5E208F7C14A7}" dt="2021-09-20T14:38:04.784" v="16" actId="20577"/>
        <pc:sldMkLst>
          <pc:docMk/>
          <pc:sldMk cId="2370056844" sldId="260"/>
        </pc:sldMkLst>
        <pc:spChg chg="mod">
          <ac:chgData name="Kiran" userId="S::kiran2021@virinchicollege.edu.np::db3be562-a10a-450e-a2c1-8f549d45af60" providerId="AD" clId="Web-{6148A8D6-21B2-469B-AD98-5E208F7C14A7}" dt="2021-09-20T14:38:04.784" v="16" actId="20577"/>
          <ac:spMkLst>
            <pc:docMk/>
            <pc:sldMk cId="2370056844" sldId="260"/>
            <ac:spMk id="2" creationId="{3C78F339-CBE0-4E8D-8A9F-566D8D00003E}"/>
          </ac:spMkLst>
        </pc:spChg>
      </pc:sldChg>
    </pc:docChg>
  </pc:docChgLst>
  <pc:docChgLst>
    <pc:chgData name="Surohan" userId="S::surohan2021@virinchicollege.edu.np::b3a052b6-81fe-4ba5-8091-dfe1d584dcce" providerId="AD" clId="Web-{CE1F6599-1674-4828-B8A9-35BBEA352C5C}"/>
    <pc:docChg chg="addSld">
      <pc:chgData name="Surohan" userId="S::surohan2021@virinchicollege.edu.np::b3a052b6-81fe-4ba5-8091-dfe1d584dcce" providerId="AD" clId="Web-{CE1F6599-1674-4828-B8A9-35BBEA352C5C}" dt="2021-09-20T07:07:36.378" v="2"/>
      <pc:docMkLst>
        <pc:docMk/>
      </pc:docMkLst>
      <pc:sldChg chg="new">
        <pc:chgData name="Surohan" userId="S::surohan2021@virinchicollege.edu.np::b3a052b6-81fe-4ba5-8091-dfe1d584dcce" providerId="AD" clId="Web-{CE1F6599-1674-4828-B8A9-35BBEA352C5C}" dt="2021-09-20T07:07:34.081" v="0"/>
        <pc:sldMkLst>
          <pc:docMk/>
          <pc:sldMk cId="3988061048" sldId="258"/>
        </pc:sldMkLst>
      </pc:sldChg>
      <pc:sldChg chg="new">
        <pc:chgData name="Surohan" userId="S::surohan2021@virinchicollege.edu.np::b3a052b6-81fe-4ba5-8091-dfe1d584dcce" providerId="AD" clId="Web-{CE1F6599-1674-4828-B8A9-35BBEA352C5C}" dt="2021-09-20T07:07:34.862" v="1"/>
        <pc:sldMkLst>
          <pc:docMk/>
          <pc:sldMk cId="2883054365" sldId="259"/>
        </pc:sldMkLst>
      </pc:sldChg>
      <pc:sldChg chg="new">
        <pc:chgData name="Surohan" userId="S::surohan2021@virinchicollege.edu.np::b3a052b6-81fe-4ba5-8091-dfe1d584dcce" providerId="AD" clId="Web-{CE1F6599-1674-4828-B8A9-35BBEA352C5C}" dt="2021-09-20T07:07:36.378" v="2"/>
        <pc:sldMkLst>
          <pc:docMk/>
          <pc:sldMk cId="3928850101" sldId="260"/>
        </pc:sldMkLst>
      </pc:sldChg>
    </pc:docChg>
  </pc:docChgLst>
  <pc:docChgLst>
    <pc:chgData name="Chandra Rai" userId="S::chandra2021@virinchicollege.edu.np::ce7bd481-ff6f-40bc-b435-bb102baa1d13" providerId="AD" clId="Web-{AB661CD3-A284-42FD-A436-08B16BD999AF}"/>
    <pc:docChg chg="modSld">
      <pc:chgData name="Chandra Rai" userId="S::chandra2021@virinchicollege.edu.np::ce7bd481-ff6f-40bc-b435-bb102baa1d13" providerId="AD" clId="Web-{AB661CD3-A284-42FD-A436-08B16BD999AF}" dt="2021-09-20T08:05:43.502" v="10" actId="20577"/>
      <pc:docMkLst>
        <pc:docMk/>
      </pc:docMkLst>
      <pc:sldChg chg="modSp">
        <pc:chgData name="Chandra Rai" userId="S::chandra2021@virinchicollege.edu.np::ce7bd481-ff6f-40bc-b435-bb102baa1d13" providerId="AD" clId="Web-{AB661CD3-A284-42FD-A436-08B16BD999AF}" dt="2021-09-20T08:05:43.502" v="10" actId="20577"/>
        <pc:sldMkLst>
          <pc:docMk/>
          <pc:sldMk cId="1589085034" sldId="256"/>
        </pc:sldMkLst>
        <pc:spChg chg="mod">
          <ac:chgData name="Chandra Rai" userId="S::chandra2021@virinchicollege.edu.np::ce7bd481-ff6f-40bc-b435-bb102baa1d13" providerId="AD" clId="Web-{AB661CD3-A284-42FD-A436-08B16BD999AF}" dt="2021-09-20T08:05:43.502" v="10" actId="20577"/>
          <ac:spMkLst>
            <pc:docMk/>
            <pc:sldMk cId="1589085034" sldId="256"/>
            <ac:spMk id="2" creationId="{5D78A520-072B-4BA0-B141-CFE536DF0B2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83115AC-D79C-4811-9FE8-220C2FD674E5}" type="datetimeFigureOut">
              <a:rPr lang="en-US" smtClean="0"/>
              <a:pPr/>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207649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3115AC-D79C-4811-9FE8-220C2FD674E5}" type="datetimeFigureOut">
              <a:rPr lang="en-US" smtClean="0"/>
              <a:pPr/>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2220491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115AC-D79C-4811-9FE8-220C2FD674E5}" type="datetimeFigureOut">
              <a:rPr lang="en-US" smtClean="0"/>
              <a:pPr/>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3705848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3115AC-D79C-4811-9FE8-220C2FD674E5}" type="datetimeFigureOut">
              <a:rPr lang="en-US" smtClean="0"/>
              <a:pPr/>
              <a:t>7/25/2022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2458247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3115AC-D79C-4811-9FE8-220C2FD674E5}" type="datetimeFigureOut">
              <a:rPr lang="en-US" smtClean="0"/>
              <a:pPr/>
              <a:t>7/25/2022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435150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3115AC-D79C-4811-9FE8-220C2FD674E5}" type="datetimeFigureOut">
              <a:rPr lang="en-US" smtClean="0"/>
              <a:pPr/>
              <a:t>7/25/2022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1302669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115AC-D79C-4811-9FE8-220C2FD674E5}" type="datetimeFigureOut">
              <a:rPr lang="en-US" smtClean="0"/>
              <a:pPr/>
              <a:t>7/25/2022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137746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3115AC-D79C-4811-9FE8-220C2FD674E5}" type="datetimeFigureOut">
              <a:rPr lang="en-US" smtClean="0"/>
              <a:pPr/>
              <a:t>7/25/2022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2940370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3115AC-D79C-4811-9FE8-220C2FD674E5}" type="datetimeFigureOut">
              <a:rPr lang="en-US" smtClean="0"/>
              <a:pPr/>
              <a:t>7/25/2022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2051925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3115AC-D79C-4811-9FE8-220C2FD674E5}" type="datetimeFigureOut">
              <a:rPr lang="en-US" smtClean="0"/>
              <a:pPr/>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1769366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3115AC-D79C-4811-9FE8-220C2FD674E5}" type="datetimeFigureOut">
              <a:rPr lang="en-US" smtClean="0"/>
              <a:pPr/>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3472F0-C326-44C3-9803-F14A53CC2D49}" type="slidenum">
              <a:rPr lang="en-US" smtClean="0"/>
              <a:pPr/>
              <a:t>‹#›</a:t>
            </a:fld>
            <a:endParaRPr lang="en-US"/>
          </a:p>
        </p:txBody>
      </p:sp>
    </p:spTree>
    <p:extLst>
      <p:ext uri="{BB962C8B-B14F-4D97-AF65-F5344CB8AC3E}">
        <p14:creationId xmlns:p14="http://schemas.microsoft.com/office/powerpoint/2010/main" val="2213376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3115AC-D79C-4811-9FE8-220C2FD674E5}" type="datetimeFigureOut">
              <a:rPr lang="en-US" smtClean="0"/>
              <a:pPr/>
              <a:t>7/25/2022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3472F0-C326-44C3-9803-F14A53CC2D49}" type="slidenum">
              <a:rPr lang="en-US" smtClean="0"/>
              <a:pPr/>
              <a:t>‹#›</a:t>
            </a:fld>
            <a:endParaRPr lang="en-US"/>
          </a:p>
        </p:txBody>
      </p:sp>
    </p:spTree>
    <p:extLst>
      <p:ext uri="{BB962C8B-B14F-4D97-AF65-F5344CB8AC3E}">
        <p14:creationId xmlns:p14="http://schemas.microsoft.com/office/powerpoint/2010/main" val="2521779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F9C9E28-F040-469B-93D8-9AAF3A4CD359}"/>
              </a:ext>
            </a:extLst>
          </p:cNvPr>
          <p:cNvSpPr/>
          <p:nvPr/>
        </p:nvSpPr>
        <p:spPr>
          <a:xfrm>
            <a:off x="4375052" y="168812"/>
            <a:ext cx="3812345" cy="46423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Subtitle 2">
            <a:extLst>
              <a:ext uri="{FF2B5EF4-FFF2-40B4-BE49-F238E27FC236}">
                <a16:creationId xmlns:a16="http://schemas.microsoft.com/office/drawing/2014/main" id="{B74DDF48-A69A-416D-A09F-7534451BB486}"/>
              </a:ext>
            </a:extLst>
          </p:cNvPr>
          <p:cNvSpPr>
            <a:spLocks noGrp="1"/>
          </p:cNvSpPr>
          <p:nvPr>
            <p:ph type="subTitle" idx="1"/>
          </p:nvPr>
        </p:nvSpPr>
        <p:spPr>
          <a:xfrm>
            <a:off x="3393281" y="1943100"/>
            <a:ext cx="6143626" cy="1655762"/>
          </a:xfrm>
        </p:spPr>
        <p:txBody>
          <a:bodyPr vert="horz" lIns="91440" tIns="45720" rIns="91440" bIns="45720" rtlCol="0" anchor="t">
            <a:normAutofit/>
          </a:bodyPr>
          <a:lstStyle/>
          <a:p>
            <a:pPr algn="l"/>
            <a:r>
              <a:rPr lang="en-US" b="1">
                <a:ea typeface="+mn-lt"/>
                <a:cs typeface="+mn-lt"/>
              </a:rPr>
              <a:t>             </a:t>
            </a:r>
            <a:endParaRPr lang="en-US" sz="4000" b="1">
              <a:cs typeface="Calibri"/>
            </a:endParaRPr>
          </a:p>
        </p:txBody>
      </p:sp>
      <p:sp>
        <p:nvSpPr>
          <p:cNvPr id="4" name="TextBox 3">
            <a:extLst>
              <a:ext uri="{FF2B5EF4-FFF2-40B4-BE49-F238E27FC236}">
                <a16:creationId xmlns:a16="http://schemas.microsoft.com/office/drawing/2014/main" id="{9D119BF4-A040-4E05-BD74-6135DACF9139}"/>
              </a:ext>
            </a:extLst>
          </p:cNvPr>
          <p:cNvSpPr txBox="1"/>
          <p:nvPr/>
        </p:nvSpPr>
        <p:spPr>
          <a:xfrm>
            <a:off x="185224" y="2296434"/>
            <a:ext cx="12191999"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dirty="0">
                <a:cs typeface="Calibri"/>
              </a:rPr>
              <a:t>FINAL REPORT </a:t>
            </a:r>
          </a:p>
          <a:p>
            <a:pPr algn="ctr"/>
            <a:endParaRPr lang="en-US" sz="4800" b="1" dirty="0">
              <a:cs typeface="Calibri"/>
            </a:endParaRPr>
          </a:p>
          <a:p>
            <a:pPr algn="ctr"/>
            <a:r>
              <a:rPr lang="en-US" sz="2800" b="1" i="1" dirty="0">
                <a:cs typeface="Calibri"/>
              </a:rPr>
              <a:t>SIMPLE QUIZ GAME</a:t>
            </a:r>
            <a:endParaRPr lang="en-US" sz="4000" b="1" i="1" dirty="0">
              <a:cs typeface="Calibri"/>
            </a:endParaRPr>
          </a:p>
        </p:txBody>
      </p:sp>
      <p:sp>
        <p:nvSpPr>
          <p:cNvPr id="5" name="TextBox 4">
            <a:extLst>
              <a:ext uri="{FF2B5EF4-FFF2-40B4-BE49-F238E27FC236}">
                <a16:creationId xmlns:a16="http://schemas.microsoft.com/office/drawing/2014/main" id="{24E40834-EAD2-439C-991B-CC3B837924DB}"/>
              </a:ext>
            </a:extLst>
          </p:cNvPr>
          <p:cNvSpPr txBox="1"/>
          <p:nvPr/>
        </p:nvSpPr>
        <p:spPr>
          <a:xfrm>
            <a:off x="1857282" y="5376839"/>
            <a:ext cx="8847881"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r>
              <a:rPr lang="en-US" sz="2700" b="1" dirty="0">
                <a:cs typeface="Calibri"/>
              </a:rPr>
              <a:t>Submitted By : Niranjan Chand |Semester 1st | BICT</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6795" y="932454"/>
            <a:ext cx="2594108" cy="711237"/>
          </a:xfrm>
          <a:prstGeom prst="rect">
            <a:avLst/>
          </a:prstGeom>
        </p:spPr>
      </p:pic>
    </p:spTree>
    <p:extLst>
      <p:ext uri="{BB962C8B-B14F-4D97-AF65-F5344CB8AC3E}">
        <p14:creationId xmlns:p14="http://schemas.microsoft.com/office/powerpoint/2010/main" val="1589085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80B1B9-61CA-4D62-9B5F-34BB3164E107}"/>
              </a:ext>
            </a:extLst>
          </p:cNvPr>
          <p:cNvSpPr>
            <a:spLocks noGrp="1"/>
          </p:cNvSpPr>
          <p:nvPr>
            <p:ph type="subTitle" idx="1"/>
          </p:nvPr>
        </p:nvSpPr>
        <p:spPr>
          <a:xfrm>
            <a:off x="337335" y="565078"/>
            <a:ext cx="11517330" cy="6292921"/>
          </a:xfrm>
        </p:spPr>
        <p:txBody>
          <a:bodyPr>
            <a:normAutofit/>
          </a:bodyPr>
          <a:lstStyle/>
          <a:p>
            <a:r>
              <a:rPr lang="en-US" sz="4400" dirty="0"/>
              <a:t>TABLE OF CONTENT </a:t>
            </a:r>
          </a:p>
          <a:p>
            <a:pPr marL="457200" indent="-457200">
              <a:buAutoNum type="arabicPeriod"/>
            </a:pPr>
            <a:r>
              <a:rPr lang="en-US" sz="3200" dirty="0"/>
              <a:t>Introduction----------------------------------------------------------- 1 </a:t>
            </a:r>
          </a:p>
          <a:p>
            <a:r>
              <a:rPr lang="en-US" sz="3200" dirty="0"/>
              <a:t>2. Motivation------------------------------------------------------------- 2 </a:t>
            </a:r>
          </a:p>
          <a:p>
            <a:r>
              <a:rPr lang="en-US" sz="3200" dirty="0"/>
              <a:t>3. Flowchart--------------------------------------------------------------- 3 </a:t>
            </a:r>
          </a:p>
          <a:p>
            <a:r>
              <a:rPr lang="en-US" sz="3200" dirty="0"/>
              <a:t>4. Future Enhancement------------------------------------------------ 4 </a:t>
            </a:r>
          </a:p>
          <a:p>
            <a:r>
              <a:rPr lang="en-US" sz="3200" dirty="0"/>
              <a:t>5. Output Screen--------------------------------------------------------- 5</a:t>
            </a:r>
          </a:p>
          <a:p>
            <a:r>
              <a:rPr lang="en-US" sz="3200" dirty="0"/>
              <a:t> 6. Reference--------------------------------------------------------------- 9</a:t>
            </a:r>
          </a:p>
        </p:txBody>
      </p:sp>
    </p:spTree>
    <p:extLst>
      <p:ext uri="{BB962C8B-B14F-4D97-AF65-F5344CB8AC3E}">
        <p14:creationId xmlns:p14="http://schemas.microsoft.com/office/powerpoint/2010/main" val="2597704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B57D-A6FE-4F48-B4FB-55686826A245}"/>
              </a:ext>
            </a:extLst>
          </p:cNvPr>
          <p:cNvSpPr>
            <a:spLocks noGrp="1"/>
          </p:cNvSpPr>
          <p:nvPr>
            <p:ph type="title"/>
          </p:nvPr>
        </p:nvSpPr>
        <p:spPr>
          <a:xfrm>
            <a:off x="1303867" y="181228"/>
            <a:ext cx="9287933" cy="1205783"/>
          </a:xfrm>
        </p:spPr>
        <p:txBody>
          <a:bodyPr/>
          <a:lstStyle/>
          <a:p>
            <a:pPr algn="ctr"/>
            <a:r>
              <a:rPr lang="en-US" b="1" dirty="0">
                <a:cs typeface="Calibri Light"/>
              </a:rPr>
              <a:t>INTRODUCTION</a:t>
            </a:r>
          </a:p>
        </p:txBody>
      </p:sp>
      <p:sp>
        <p:nvSpPr>
          <p:cNvPr id="3" name="Content Placeholder 2">
            <a:extLst>
              <a:ext uri="{FF2B5EF4-FFF2-40B4-BE49-F238E27FC236}">
                <a16:creationId xmlns:a16="http://schemas.microsoft.com/office/drawing/2014/main" id="{A16DF956-0713-494C-8062-61325C6A207A}"/>
              </a:ext>
            </a:extLst>
          </p:cNvPr>
          <p:cNvSpPr>
            <a:spLocks noGrp="1"/>
          </p:cNvSpPr>
          <p:nvPr>
            <p:ph idx="1"/>
          </p:nvPr>
        </p:nvSpPr>
        <p:spPr>
          <a:xfrm>
            <a:off x="1325443" y="1669508"/>
            <a:ext cx="9541114" cy="3722154"/>
          </a:xfrm>
        </p:spPr>
        <p:txBody>
          <a:bodyPr vert="horz" lIns="91440" tIns="45720" rIns="91440" bIns="45720" rtlCol="0" anchor="t">
            <a:noAutofit/>
          </a:bodyPr>
          <a:lstStyle/>
          <a:p>
            <a:r>
              <a:rPr lang="x-none" dirty="0"/>
              <a:t>This "QUIZ GAME" project is made to allow users to create and manage a simple database of questions. The software generates the question number automatically, and it is saved in a binary file with the name "QUESTION." Essentially, this database serves as a MASTER file that may be utilized as a look-up table for data like Quiz Option, Sub-menu, either Computer/Mathematics/Science or General and the Return.</a:t>
            </a:r>
            <a:endParaRPr lang="en-US" dirty="0"/>
          </a:p>
          <a:p>
            <a:endParaRPr lang="en-US" sz="2400" b="1" dirty="0">
              <a:latin typeface="Franklin Gothic Book" panose="020B0503020102020204" pitchFamily="34" charset="0"/>
              <a:cs typeface="Calibri"/>
            </a:endParaRPr>
          </a:p>
        </p:txBody>
      </p:sp>
    </p:spTree>
    <p:extLst>
      <p:ext uri="{BB962C8B-B14F-4D97-AF65-F5344CB8AC3E}">
        <p14:creationId xmlns:p14="http://schemas.microsoft.com/office/powerpoint/2010/main" val="201500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750"/>
                                        <p:tgtEl>
                                          <p:spTgt spid="2"/>
                                        </p:tgtEl>
                                      </p:cBhvr>
                                    </p:animEffect>
                                  </p:childTnLst>
                                </p:cTn>
                              </p:par>
                            </p:childTnLst>
                          </p:cTn>
                        </p:par>
                        <p:par>
                          <p:cTn id="8" fill="hold">
                            <p:stCondLst>
                              <p:cond delay="1000"/>
                            </p:stCondLst>
                            <p:childTnLst>
                              <p:par>
                                <p:cTn id="9" presetID="10" presetClass="entr" presetSubtype="0" fill="hold" grpId="0" nodeType="afterEffect">
                                  <p:stCondLst>
                                    <p:cond delay="25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2CB0-4478-480F-95D5-0E7659BD200B}"/>
              </a:ext>
            </a:extLst>
          </p:cNvPr>
          <p:cNvSpPr>
            <a:spLocks noGrp="1"/>
          </p:cNvSpPr>
          <p:nvPr>
            <p:ph type="title"/>
          </p:nvPr>
        </p:nvSpPr>
        <p:spPr>
          <a:xfrm>
            <a:off x="0" y="0"/>
            <a:ext cx="12192000" cy="1325563"/>
          </a:xfrm>
        </p:spPr>
        <p:txBody>
          <a:bodyPr/>
          <a:lstStyle/>
          <a:p>
            <a:pPr algn="ctr"/>
            <a:r>
              <a:rPr lang="en-US" b="1" dirty="0">
                <a:cs typeface="Calibri Light"/>
              </a:rPr>
              <a:t>MOTIVATION</a:t>
            </a:r>
            <a:endParaRPr lang="en-US" b="1" dirty="0"/>
          </a:p>
        </p:txBody>
      </p:sp>
      <p:sp>
        <p:nvSpPr>
          <p:cNvPr id="3" name="Content Placeholder 2">
            <a:extLst>
              <a:ext uri="{FF2B5EF4-FFF2-40B4-BE49-F238E27FC236}">
                <a16:creationId xmlns:a16="http://schemas.microsoft.com/office/drawing/2014/main" id="{4EA08A75-3D05-47BE-BB91-37087D24C3A2}"/>
              </a:ext>
            </a:extLst>
          </p:cNvPr>
          <p:cNvSpPr>
            <a:spLocks noGrp="1"/>
          </p:cNvSpPr>
          <p:nvPr>
            <p:ph idx="1"/>
          </p:nvPr>
        </p:nvSpPr>
        <p:spPr>
          <a:xfrm>
            <a:off x="1058238" y="1325562"/>
            <a:ext cx="10315253" cy="5208801"/>
          </a:xfrm>
        </p:spPr>
        <p:txBody>
          <a:bodyPr vert="horz" lIns="91440" tIns="45720" rIns="91440" bIns="45720" rtlCol="0" anchor="t">
            <a:noAutofit/>
          </a:bodyPr>
          <a:lstStyle/>
          <a:p>
            <a:pPr algn="just"/>
            <a:r>
              <a:rPr lang="id-ID" sz="3200" dirty="0"/>
              <a:t>this project were to create some form of entertainment and to offer some sort of activity in schools and colleges that tests students' general knowledge while also assisting in the acquisition of new knowledge. Because this activity is not readily available everywhere in the world, this small project can assist in testing students' knowledge while also creating entertainment and allowing us</a:t>
            </a:r>
            <a:r>
              <a:rPr lang="en-US" sz="3200" dirty="0"/>
              <a:t>.</a:t>
            </a:r>
            <a:endParaRPr lang="en-US" sz="3200" b="1" dirty="0">
              <a:solidFill>
                <a:schemeClr val="tx1">
                  <a:lumMod val="95000"/>
                  <a:lumOff val="5000"/>
                </a:schemeClr>
              </a:solidFill>
              <a:latin typeface="+mj-lt"/>
              <a:cs typeface="Calibri"/>
            </a:endParaRPr>
          </a:p>
        </p:txBody>
      </p:sp>
    </p:spTree>
    <p:extLst>
      <p:ext uri="{BB962C8B-B14F-4D97-AF65-F5344CB8AC3E}">
        <p14:creationId xmlns:p14="http://schemas.microsoft.com/office/powerpoint/2010/main" val="39880610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88294-7A97-405B-9A6F-CC7E9D109657}"/>
              </a:ext>
            </a:extLst>
          </p:cNvPr>
          <p:cNvSpPr>
            <a:spLocks noGrp="1"/>
          </p:cNvSpPr>
          <p:nvPr>
            <p:ph type="title"/>
          </p:nvPr>
        </p:nvSpPr>
        <p:spPr>
          <a:xfrm>
            <a:off x="1321439" y="368856"/>
            <a:ext cx="3147819" cy="1151720"/>
          </a:xfrm>
        </p:spPr>
        <p:txBody>
          <a:bodyPr/>
          <a:lstStyle/>
          <a:p>
            <a:r>
              <a:rPr lang="en-US" b="1" dirty="0"/>
              <a:t>FLOWCHART</a:t>
            </a:r>
          </a:p>
        </p:txBody>
      </p:sp>
      <p:sp>
        <p:nvSpPr>
          <p:cNvPr id="3" name="Content Placeholder 2">
            <a:extLst>
              <a:ext uri="{FF2B5EF4-FFF2-40B4-BE49-F238E27FC236}">
                <a16:creationId xmlns:a16="http://schemas.microsoft.com/office/drawing/2014/main" id="{3B2147BF-E85C-4EDF-B4FF-5A4AF4F1F042}"/>
              </a:ext>
            </a:extLst>
          </p:cNvPr>
          <p:cNvSpPr>
            <a:spLocks noGrp="1"/>
          </p:cNvSpPr>
          <p:nvPr>
            <p:ph idx="1"/>
          </p:nvPr>
        </p:nvSpPr>
        <p:spPr>
          <a:xfrm>
            <a:off x="3413846" y="113016"/>
            <a:ext cx="8778154" cy="4744883"/>
          </a:xfrm>
        </p:spPr>
        <p:txBody>
          <a:bodyPr vert="horz" lIns="91440" tIns="45720" rIns="91440" bIns="45720" rtlCol="0" anchor="t">
            <a:noAutofit/>
          </a:bodyPr>
          <a:lstStyle/>
          <a:p>
            <a:pPr marL="0" indent="0" algn="just">
              <a:lnSpc>
                <a:spcPct val="130000"/>
              </a:lnSpc>
              <a:buNone/>
            </a:pPr>
            <a:endParaRPr lang="en-US" dirty="0">
              <a:solidFill>
                <a:schemeClr val="tx1">
                  <a:lumMod val="95000"/>
                  <a:lumOff val="5000"/>
                </a:schemeClr>
              </a:solidFill>
            </a:endParaRPr>
          </a:p>
          <a:p>
            <a:pPr algn="just">
              <a:lnSpc>
                <a:spcPct val="130000"/>
              </a:lnSpc>
            </a:pPr>
            <a:endParaRPr lang="ru-RU" sz="2400" b="1" dirty="0">
              <a:latin typeface="Franklin Gothic Book" panose="020B0503020102020204" pitchFamily="34" charset="0"/>
            </a:endParaRPr>
          </a:p>
          <a:p>
            <a:pPr marL="0" indent="0" algn="just">
              <a:buNone/>
            </a:pPr>
            <a:endParaRPr lang="en-US" sz="2400" b="1" dirty="0">
              <a:latin typeface="Franklin Gothic Book" panose="020B0503020102020204" pitchFamily="34" charset="0"/>
              <a:ea typeface="+mn-lt"/>
              <a:cs typeface="+mn-lt"/>
            </a:endParaRPr>
          </a:p>
        </p:txBody>
      </p:sp>
      <p:pic>
        <p:nvPicPr>
          <p:cNvPr id="5" name="Picture 4">
            <a:extLst>
              <a:ext uri="{FF2B5EF4-FFF2-40B4-BE49-F238E27FC236}">
                <a16:creationId xmlns:a16="http://schemas.microsoft.com/office/drawing/2014/main" id="{E8F2F8CD-ADCF-4C7D-BDB0-49829CD025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226" y="0"/>
            <a:ext cx="6754459" cy="6858000"/>
          </a:xfrm>
          <a:prstGeom prst="rect">
            <a:avLst/>
          </a:prstGeom>
        </p:spPr>
      </p:pic>
    </p:spTree>
    <p:extLst>
      <p:ext uri="{BB962C8B-B14F-4D97-AF65-F5344CB8AC3E}">
        <p14:creationId xmlns:p14="http://schemas.microsoft.com/office/powerpoint/2010/main" val="288305436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B57D-A6FE-4F48-B4FB-55686826A245}"/>
              </a:ext>
            </a:extLst>
          </p:cNvPr>
          <p:cNvSpPr>
            <a:spLocks noGrp="1"/>
          </p:cNvSpPr>
          <p:nvPr>
            <p:ph type="title"/>
          </p:nvPr>
        </p:nvSpPr>
        <p:spPr>
          <a:xfrm>
            <a:off x="1185880" y="154824"/>
            <a:ext cx="9287933" cy="1325563"/>
          </a:xfrm>
        </p:spPr>
        <p:txBody>
          <a:bodyPr>
            <a:normAutofit/>
          </a:bodyPr>
          <a:lstStyle/>
          <a:p>
            <a:pPr marL="0" marR="0" algn="ctr">
              <a:spcAft>
                <a:spcPts val="800"/>
              </a:spcAft>
            </a:pPr>
            <a:r>
              <a:rPr lang="x-none" b="1" dirty="0">
                <a:cs typeface="Calibri Light"/>
              </a:rPr>
              <a:t>FUTURE ENHANCEMENTS</a:t>
            </a:r>
            <a:endParaRPr lang="en-US" b="1" dirty="0">
              <a:cs typeface="Calibri Light"/>
            </a:endParaRPr>
          </a:p>
        </p:txBody>
      </p:sp>
      <p:sp>
        <p:nvSpPr>
          <p:cNvPr id="3" name="Content Placeholder 2">
            <a:extLst>
              <a:ext uri="{FF2B5EF4-FFF2-40B4-BE49-F238E27FC236}">
                <a16:creationId xmlns:a16="http://schemas.microsoft.com/office/drawing/2014/main" id="{A16DF956-0713-494C-8062-61325C6A207A}"/>
              </a:ext>
            </a:extLst>
          </p:cNvPr>
          <p:cNvSpPr>
            <a:spLocks noGrp="1"/>
          </p:cNvSpPr>
          <p:nvPr>
            <p:ph idx="1"/>
          </p:nvPr>
        </p:nvSpPr>
        <p:spPr>
          <a:xfrm>
            <a:off x="924675" y="1695236"/>
            <a:ext cx="10531010" cy="4089115"/>
          </a:xfrm>
        </p:spPr>
        <p:txBody>
          <a:bodyPr vert="horz" lIns="91440" tIns="45720" rIns="91440" bIns="45720" rtlCol="0" anchor="t">
            <a:noAutofit/>
          </a:bodyPr>
          <a:lstStyle/>
          <a:p>
            <a:pPr algn="just"/>
            <a:r>
              <a:rPr lang="id-ID" dirty="0"/>
              <a:t>The main aim of our project is create a good interaction between the student and teacher. We are trying to do the project at best level to satisfy all the end users (i.e, student / faculty). And we give the choice to student to add their name under the faculty who they wish and get advice for their betterment. In our future we are decided to provide more security to our website which may not be hacked. We can add printer in future.</a:t>
            </a:r>
            <a:endParaRPr lang="en-US" sz="2400" b="1" dirty="0">
              <a:latin typeface="+mj-lt"/>
            </a:endParaRPr>
          </a:p>
        </p:txBody>
      </p:sp>
    </p:spTree>
    <p:extLst>
      <p:ext uri="{BB962C8B-B14F-4D97-AF65-F5344CB8AC3E}">
        <p14:creationId xmlns:p14="http://schemas.microsoft.com/office/powerpoint/2010/main" val="425860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BFFDB-3F45-4F6E-BC90-0D8F8C22F782}"/>
              </a:ext>
            </a:extLst>
          </p:cNvPr>
          <p:cNvSpPr>
            <a:spLocks noGrp="1"/>
          </p:cNvSpPr>
          <p:nvPr>
            <p:ph type="title"/>
          </p:nvPr>
        </p:nvSpPr>
        <p:spPr>
          <a:xfrm>
            <a:off x="838200" y="179993"/>
            <a:ext cx="10515600" cy="1325563"/>
          </a:xfrm>
        </p:spPr>
        <p:txBody>
          <a:bodyPr/>
          <a:lstStyle/>
          <a:p>
            <a:pPr algn="ctr">
              <a:spcAft>
                <a:spcPts val="800"/>
              </a:spcAft>
            </a:pPr>
            <a:r>
              <a:rPr lang="en-US" b="1" dirty="0">
                <a:cs typeface="Calibri Light"/>
              </a:rPr>
              <a:t>OUTPUT</a:t>
            </a:r>
          </a:p>
        </p:txBody>
      </p:sp>
      <p:pic>
        <p:nvPicPr>
          <p:cNvPr id="1027" name="Picture 3">
            <a:extLst>
              <a:ext uri="{FF2B5EF4-FFF2-40B4-BE49-F238E27FC236}">
                <a16:creationId xmlns:a16="http://schemas.microsoft.com/office/drawing/2014/main" id="{951B5461-1E15-42ED-9DFF-74A612DD5F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306" t="3067" r="9828" b="44983"/>
          <a:stretch/>
        </p:blipFill>
        <p:spPr bwMode="auto">
          <a:xfrm>
            <a:off x="1027416" y="1500027"/>
            <a:ext cx="10326384" cy="4992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890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374A-7F2F-493E-9874-7E13597E3F7C}"/>
              </a:ext>
            </a:extLst>
          </p:cNvPr>
          <p:cNvSpPr>
            <a:spLocks noGrp="1"/>
          </p:cNvSpPr>
          <p:nvPr>
            <p:ph type="title"/>
          </p:nvPr>
        </p:nvSpPr>
        <p:spPr>
          <a:xfrm>
            <a:off x="838200" y="365125"/>
            <a:ext cx="10515600" cy="929419"/>
          </a:xfrm>
        </p:spPr>
        <p:txBody>
          <a:bodyPr/>
          <a:lstStyle/>
          <a:p>
            <a:pPr algn="ctr">
              <a:spcAft>
                <a:spcPts val="800"/>
              </a:spcAft>
            </a:pPr>
            <a:r>
              <a:rPr lang="en-US" b="1" dirty="0">
                <a:cs typeface="Calibri Light"/>
              </a:rPr>
              <a:t>OUTPUT</a:t>
            </a:r>
          </a:p>
        </p:txBody>
      </p:sp>
      <p:pic>
        <p:nvPicPr>
          <p:cNvPr id="3075" name="Picture 3">
            <a:extLst>
              <a:ext uri="{FF2B5EF4-FFF2-40B4-BE49-F238E27FC236}">
                <a16:creationId xmlns:a16="http://schemas.microsoft.com/office/drawing/2014/main" id="{7E321B65-A913-49D8-B0AE-5E1EEE95E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234" t="2838" r="6120" b="43900"/>
          <a:stretch>
            <a:fillRect/>
          </a:stretch>
        </p:blipFill>
        <p:spPr bwMode="auto">
          <a:xfrm>
            <a:off x="1120739" y="1397286"/>
            <a:ext cx="10233061" cy="509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3129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3E423-0139-4E76-B0FA-84820A3031A0}"/>
              </a:ext>
            </a:extLst>
          </p:cNvPr>
          <p:cNvSpPr>
            <a:spLocks noGrp="1"/>
          </p:cNvSpPr>
          <p:nvPr>
            <p:ph type="title"/>
          </p:nvPr>
        </p:nvSpPr>
        <p:spPr>
          <a:xfrm>
            <a:off x="838200" y="365126"/>
            <a:ext cx="10515600" cy="1114354"/>
          </a:xfrm>
        </p:spPr>
        <p:txBody>
          <a:bodyPr/>
          <a:lstStyle/>
          <a:p>
            <a:pPr algn="ctr">
              <a:spcAft>
                <a:spcPts val="800"/>
              </a:spcAft>
            </a:pPr>
            <a:r>
              <a:rPr lang="en-US" b="1" dirty="0">
                <a:cs typeface="Calibri Light"/>
              </a:rPr>
              <a:t>OUTPUT</a:t>
            </a:r>
          </a:p>
        </p:txBody>
      </p:sp>
      <p:pic>
        <p:nvPicPr>
          <p:cNvPr id="4098" name="Picture 2">
            <a:extLst>
              <a:ext uri="{FF2B5EF4-FFF2-40B4-BE49-F238E27FC236}">
                <a16:creationId xmlns:a16="http://schemas.microsoft.com/office/drawing/2014/main" id="{FAAE35B3-6973-463B-A506-FB08A1BF8B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315" t="3069" r="29855" b="51961"/>
          <a:stretch>
            <a:fillRect/>
          </a:stretch>
        </p:blipFill>
        <p:spPr bwMode="auto">
          <a:xfrm>
            <a:off x="1326223" y="1551006"/>
            <a:ext cx="10027577" cy="4941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626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DBF3-F933-4B36-9F6E-AE583666B786}"/>
              </a:ext>
            </a:extLst>
          </p:cNvPr>
          <p:cNvSpPr>
            <a:spLocks noGrp="1"/>
          </p:cNvSpPr>
          <p:nvPr>
            <p:ph type="title"/>
          </p:nvPr>
        </p:nvSpPr>
        <p:spPr>
          <a:xfrm>
            <a:off x="2662690" y="71820"/>
            <a:ext cx="6866619" cy="1325563"/>
          </a:xfrm>
        </p:spPr>
        <p:txBody>
          <a:bodyPr>
            <a:normAutofit/>
          </a:bodyPr>
          <a:lstStyle/>
          <a:p>
            <a:pPr algn="ctr"/>
            <a:r>
              <a:rPr lang="en-US" b="1" dirty="0">
                <a:cs typeface="Calibri Light"/>
              </a:rPr>
              <a:t>CONCLUSION</a:t>
            </a:r>
          </a:p>
        </p:txBody>
      </p:sp>
      <p:sp>
        <p:nvSpPr>
          <p:cNvPr id="3" name="Content Placeholder 2"/>
          <p:cNvSpPr>
            <a:spLocks noGrp="1"/>
          </p:cNvSpPr>
          <p:nvPr>
            <p:ph idx="1"/>
          </p:nvPr>
        </p:nvSpPr>
        <p:spPr>
          <a:xfrm>
            <a:off x="1477745" y="832207"/>
            <a:ext cx="9514840" cy="5291191"/>
          </a:xfrm>
        </p:spPr>
        <p:txBody>
          <a:bodyPr>
            <a:noAutofit/>
          </a:bodyPr>
          <a:lstStyle/>
          <a:p>
            <a:pPr marL="0" indent="0">
              <a:buNone/>
            </a:pPr>
            <a:endParaRPr lang="en-US" dirty="0"/>
          </a:p>
          <a:p>
            <a:pPr marL="0" indent="0" algn="just">
              <a:lnSpc>
                <a:spcPct val="150000"/>
              </a:lnSpc>
              <a:buNone/>
            </a:pPr>
            <a:r>
              <a:rPr lang="id-ID" dirty="0"/>
              <a:t>After completion of this project we can play the Quiz game. Students will be benefited with this project. They can test their IQ level and collect some amount of money. This project can be hired by every School for learning purposes. </a:t>
            </a:r>
            <a:r>
              <a:rPr lang="en-US" dirty="0"/>
              <a:t>The quiz game designed is very interactive, user friendly and easy to play. The game allows the user to choose the topic of his interest and test his knowledge. </a:t>
            </a:r>
            <a:endParaRPr lang="en-US" sz="2400" b="1" dirty="0">
              <a:latin typeface="Franklin Gothic Book" panose="020B0503020102020204" pitchFamily="34" charset="0"/>
            </a:endParaRPr>
          </a:p>
        </p:txBody>
      </p:sp>
    </p:spTree>
    <p:extLst>
      <p:ext uri="{BB962C8B-B14F-4D97-AF65-F5344CB8AC3E}">
        <p14:creationId xmlns:p14="http://schemas.microsoft.com/office/powerpoint/2010/main" val="21283075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6817-94E7-4C46-999D-DCBAB3110FFE}"/>
              </a:ext>
            </a:extLst>
          </p:cNvPr>
          <p:cNvSpPr>
            <a:spLocks noGrp="1"/>
          </p:cNvSpPr>
          <p:nvPr>
            <p:ph type="title"/>
          </p:nvPr>
        </p:nvSpPr>
        <p:spPr/>
        <p:txBody>
          <a:bodyPr/>
          <a:lstStyle/>
          <a:p>
            <a:pPr algn="ctr">
              <a:spcAft>
                <a:spcPts val="800"/>
              </a:spcAft>
            </a:pPr>
            <a:r>
              <a:rPr lang="en-US" b="1" dirty="0">
                <a:cs typeface="Calibri Light"/>
              </a:rPr>
              <a:t>REFERENCE</a:t>
            </a:r>
          </a:p>
        </p:txBody>
      </p:sp>
      <p:sp>
        <p:nvSpPr>
          <p:cNvPr id="3" name="Content Placeholder 2">
            <a:extLst>
              <a:ext uri="{FF2B5EF4-FFF2-40B4-BE49-F238E27FC236}">
                <a16:creationId xmlns:a16="http://schemas.microsoft.com/office/drawing/2014/main" id="{ECF6E461-3DD9-4382-8814-B000AD33C819}"/>
              </a:ext>
            </a:extLst>
          </p:cNvPr>
          <p:cNvSpPr>
            <a:spLocks noGrp="1"/>
          </p:cNvSpPr>
          <p:nvPr>
            <p:ph idx="1"/>
          </p:nvPr>
        </p:nvSpPr>
        <p:spPr/>
        <p:txBody>
          <a:bodyPr/>
          <a:lstStyle/>
          <a:p>
            <a:pPr marL="457200" marR="0" indent="-457200">
              <a:lnSpc>
                <a:spcPct val="115000"/>
              </a:lnSpc>
              <a:spcBef>
                <a:spcPts val="0"/>
              </a:spcBef>
              <a:spcAft>
                <a:spcPts val="1000"/>
              </a:spcAft>
            </a:pPr>
            <a:r>
              <a:rPr lang="id-ID" sz="2400" dirty="0">
                <a:effectLst/>
                <a:latin typeface="Calibri" panose="020F0502020204030204" pitchFamily="34" charset="0"/>
                <a:ea typeface="Calibri" panose="020F0502020204030204" pitchFamily="34" charset="0"/>
                <a:cs typeface="Times New Roman" panose="02020603050405020304" pitchFamily="18" charset="0"/>
              </a:rPr>
              <a:t>(t.thn.). Diambil kembali dari https://www.codewithc.com/quiz-game-mini-project-in-c/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15000"/>
              </a:lnSpc>
              <a:spcBef>
                <a:spcPts val="0"/>
              </a:spcBef>
              <a:spcAft>
                <a:spcPts val="1000"/>
              </a:spcAft>
            </a:pPr>
            <a:r>
              <a:rPr lang="id-ID" sz="2400" dirty="0">
                <a:effectLst/>
                <a:latin typeface="Calibri" panose="020F0502020204030204" pitchFamily="34" charset="0"/>
                <a:ea typeface="Calibri" panose="020F0502020204030204" pitchFamily="34" charset="0"/>
                <a:cs typeface="Times New Roman" panose="02020603050405020304" pitchFamily="18" charset="0"/>
              </a:rPr>
              <a:t>(t.thn.). Diambil kembali dari https://pdfcoffee.com/project-report-final-6-pdf-free.html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15000"/>
              </a:lnSpc>
              <a:spcBef>
                <a:spcPts val="0"/>
              </a:spcBef>
              <a:spcAft>
                <a:spcPts val="1000"/>
              </a:spcAft>
            </a:pPr>
            <a:r>
              <a:rPr lang="id-ID" sz="2400" dirty="0">
                <a:effectLst/>
                <a:latin typeface="Calibri" panose="020F0502020204030204" pitchFamily="34" charset="0"/>
                <a:ea typeface="Calibri" panose="020F0502020204030204" pitchFamily="34" charset="0"/>
                <a:cs typeface="Times New Roman" panose="02020603050405020304" pitchFamily="18" charset="0"/>
              </a:rPr>
              <a:t>(t.thn.). Diambil kembali dari The C++ Programming Language” by Bjarne Stroupstup</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91019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541</TotalTime>
  <Words>439</Words>
  <Application>Microsoft Office PowerPoint</Application>
  <PresentationFormat>Widescreen</PresentationFormat>
  <Paragraphs>30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Franklin Gothic Book</vt:lpstr>
      <vt:lpstr>Office Theme</vt:lpstr>
      <vt:lpstr>PowerPoint Presentation</vt:lpstr>
      <vt:lpstr>PowerPoint Presentation</vt:lpstr>
      <vt:lpstr>INTRODUCTION</vt:lpstr>
      <vt:lpstr>MOTIVATION</vt:lpstr>
      <vt:lpstr>FLOWCHART</vt:lpstr>
      <vt:lpstr>FUTURE ENHANCEMENTS</vt:lpstr>
      <vt:lpstr>OUTPUT</vt:lpstr>
      <vt:lpstr>OUTPUT</vt:lpstr>
      <vt:lpstr>OUTPUT</vt:lpstr>
      <vt:lpstr>CONCLUSION</vt:lpstr>
      <vt:lpstr>REFERENCE</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niranjan chand thakuri</cp:lastModifiedBy>
  <cp:revision>36</cp:revision>
  <dcterms:created xsi:type="dcterms:W3CDTF">2018-08-08T06:50:43Z</dcterms:created>
  <dcterms:modified xsi:type="dcterms:W3CDTF">2022-07-25T16:11:56Z</dcterms:modified>
</cp:coreProperties>
</file>