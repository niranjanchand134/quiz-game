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0" r:id="rId3"/>
    <p:sldId id="268" r:id="rId4"/>
    <p:sldId id="276" r:id="rId5"/>
    <p:sldId id="273" r:id="rId6"/>
    <p:sldId id="280" r:id="rId7"/>
    <p:sldId id="281" r:id="rId8"/>
    <p:sldId id="274" r:id="rId9"/>
    <p:sldId id="285" r:id="rId10"/>
    <p:sldId id="286" r:id="rId11"/>
    <p:sldId id="283" r:id="rId12"/>
    <p:sldId id="28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E86609-24FF-0802-97AF-00376442C009}" v="23" dt="2022-03-21T03:45:44.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2-26T13:39:51.898"/>
    </inkml:context>
    <inkml:brush xml:id="br0">
      <inkml:brushProperty name="width" value="0.1" units="cm"/>
      <inkml:brushProperty name="height" value="0.1" units="cm"/>
      <inkml:brushProperty name="color" value="#E71224"/>
    </inkml:brush>
  </inkml:definitions>
  <inkml:trace contextRef="#ctx0" brushRef="#br0">16416 5722 0 0 0,'8'0'0'0'0,"2"0"0"0"0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2-26T13:39:51.899"/>
    </inkml:context>
    <inkml:brush xml:id="br0">
      <inkml:brushProperty name="width" value="0.1" units="cm"/>
      <inkml:brushProperty name="height" value="0.1" units="cm"/>
      <inkml:brushProperty name="color" value="#E71224"/>
    </inkml:brush>
  </inkml:definitions>
  <inkml:trace contextRef="#ctx0" brushRef="#br0">16945 5869 0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2-26T13:39:51.900"/>
    </inkml:context>
    <inkml:brush xml:id="br0">
      <inkml:brushProperty name="width" value="0.1" units="cm"/>
      <inkml:brushProperty name="height" value="0.1" units="cm"/>
      <inkml:brushProperty name="color" value="#E71224"/>
    </inkml:brush>
  </inkml:definitions>
  <inkml:trace contextRef="#ctx0" brushRef="#br0">16945 5869 0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050EE-C4F2-4C3B-8E12-57FDFD9B0F7E}" type="datetimeFigureOut">
              <a:rPr lang="en-US" smtClean="0"/>
              <a:t>8/10/2022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DADFD1-1676-4B05-98BF-E716DE91632C}" type="slidenum">
              <a:rPr lang="en-US" smtClean="0"/>
              <a:t>‹#›</a:t>
            </a:fld>
            <a:endParaRPr lang="en-US"/>
          </a:p>
        </p:txBody>
      </p:sp>
    </p:spTree>
    <p:extLst>
      <p:ext uri="{BB962C8B-B14F-4D97-AF65-F5344CB8AC3E}">
        <p14:creationId xmlns:p14="http://schemas.microsoft.com/office/powerpoint/2010/main" val="1368341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DADFD1-1676-4B05-98BF-E716DE91632C}" type="slidenum">
              <a:rPr lang="en-US" smtClean="0"/>
              <a:t>6</a:t>
            </a:fld>
            <a:endParaRPr lang="en-US"/>
          </a:p>
        </p:txBody>
      </p:sp>
    </p:spTree>
    <p:extLst>
      <p:ext uri="{BB962C8B-B14F-4D97-AF65-F5344CB8AC3E}">
        <p14:creationId xmlns:p14="http://schemas.microsoft.com/office/powerpoint/2010/main" val="326160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47F6919-38F5-4D68-862C-62C5D900F7BA}" type="datetime1">
              <a:rPr lang="en-US" smtClean="0"/>
              <a:t>8/10/2022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79AE3-1AAE-419B-96EA-A9966A766D4B}" type="slidenum">
              <a:rPr lang="en-US" smtClean="0"/>
              <a:t>‹#›</a:t>
            </a:fld>
            <a:endParaRPr lang="en-US"/>
          </a:p>
        </p:txBody>
      </p:sp>
    </p:spTree>
    <p:extLst>
      <p:ext uri="{BB962C8B-B14F-4D97-AF65-F5344CB8AC3E}">
        <p14:creationId xmlns:p14="http://schemas.microsoft.com/office/powerpoint/2010/main" val="1196969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7F2582-ABD9-4F5C-8A5A-2CCD69C42AE2}" type="datetime1">
              <a:rPr lang="en-US" smtClean="0"/>
              <a:t>8/10/2022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79AE3-1AAE-419B-96EA-A9966A766D4B}" type="slidenum">
              <a:rPr lang="en-US" smtClean="0"/>
              <a:t>‹#›</a:t>
            </a:fld>
            <a:endParaRPr lang="en-US"/>
          </a:p>
        </p:txBody>
      </p:sp>
    </p:spTree>
    <p:extLst>
      <p:ext uri="{BB962C8B-B14F-4D97-AF65-F5344CB8AC3E}">
        <p14:creationId xmlns:p14="http://schemas.microsoft.com/office/powerpoint/2010/main" val="169256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4C26AA-2AEC-45BA-82CC-A64465E2F324}" type="datetime1">
              <a:rPr lang="en-US" smtClean="0"/>
              <a:t>8/10/2022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79AE3-1AAE-419B-96EA-A9966A766D4B}" type="slidenum">
              <a:rPr lang="en-US" smtClean="0"/>
              <a:t>‹#›</a:t>
            </a:fld>
            <a:endParaRPr lang="en-US"/>
          </a:p>
        </p:txBody>
      </p:sp>
    </p:spTree>
    <p:extLst>
      <p:ext uri="{BB962C8B-B14F-4D97-AF65-F5344CB8AC3E}">
        <p14:creationId xmlns:p14="http://schemas.microsoft.com/office/powerpoint/2010/main" val="546318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1C7BF06-0A3F-4155-99F1-F1E19DCA5243}" type="datetime1">
              <a:rPr lang="en-US" smtClean="0"/>
              <a:t>8/10/2022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079AE3-1AAE-419B-96EA-A9966A766D4B}" type="slidenum">
              <a:rPr lang="en-US" smtClean="0"/>
              <a:t>‹#›</a:t>
            </a:fld>
            <a:endParaRPr lang="en-US"/>
          </a:p>
        </p:txBody>
      </p:sp>
    </p:spTree>
    <p:extLst>
      <p:ext uri="{BB962C8B-B14F-4D97-AF65-F5344CB8AC3E}">
        <p14:creationId xmlns:p14="http://schemas.microsoft.com/office/powerpoint/2010/main" val="492320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AAE4EE-2528-4EAF-8C9D-0F69C5AD6A2F}" type="datetime1">
              <a:rPr lang="en-US" smtClean="0"/>
              <a:t>8/10/2022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079AE3-1AAE-419B-96EA-A9966A766D4B}" type="slidenum">
              <a:rPr lang="en-US" smtClean="0"/>
              <a:t>‹#›</a:t>
            </a:fld>
            <a:endParaRPr lang="en-US"/>
          </a:p>
        </p:txBody>
      </p:sp>
    </p:spTree>
    <p:extLst>
      <p:ext uri="{BB962C8B-B14F-4D97-AF65-F5344CB8AC3E}">
        <p14:creationId xmlns:p14="http://schemas.microsoft.com/office/powerpoint/2010/main" val="3250104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03E6AC-0169-446F-8E2B-10CC8D88514D}" type="datetime1">
              <a:rPr lang="en-US" smtClean="0"/>
              <a:t>8/10/2022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079AE3-1AAE-419B-96EA-A9966A766D4B}" type="slidenum">
              <a:rPr lang="en-US" smtClean="0"/>
              <a:t>‹#›</a:t>
            </a:fld>
            <a:endParaRPr lang="en-US"/>
          </a:p>
        </p:txBody>
      </p:sp>
    </p:spTree>
    <p:extLst>
      <p:ext uri="{BB962C8B-B14F-4D97-AF65-F5344CB8AC3E}">
        <p14:creationId xmlns:p14="http://schemas.microsoft.com/office/powerpoint/2010/main" val="4038443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9A27A3-19C6-4110-8FAC-D9CA516EABC1}" type="datetime1">
              <a:rPr lang="en-US" smtClean="0"/>
              <a:t>8/10/2022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079AE3-1AAE-419B-96EA-A9966A766D4B}" type="slidenum">
              <a:rPr lang="en-US" smtClean="0"/>
              <a:t>‹#›</a:t>
            </a:fld>
            <a:endParaRPr lang="en-US"/>
          </a:p>
        </p:txBody>
      </p:sp>
    </p:spTree>
    <p:extLst>
      <p:ext uri="{BB962C8B-B14F-4D97-AF65-F5344CB8AC3E}">
        <p14:creationId xmlns:p14="http://schemas.microsoft.com/office/powerpoint/2010/main" val="1086565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9398BC9-2370-479D-8498-B9F2CA8C1046}" type="datetime1">
              <a:rPr lang="en-US" smtClean="0"/>
              <a:t>8/10/2022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079AE3-1AAE-419B-96EA-A9966A766D4B}" type="slidenum">
              <a:rPr lang="en-US" smtClean="0"/>
              <a:t>‹#›</a:t>
            </a:fld>
            <a:endParaRPr lang="en-US"/>
          </a:p>
        </p:txBody>
      </p:sp>
    </p:spTree>
    <p:extLst>
      <p:ext uri="{BB962C8B-B14F-4D97-AF65-F5344CB8AC3E}">
        <p14:creationId xmlns:p14="http://schemas.microsoft.com/office/powerpoint/2010/main" val="2654802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F1EA8D6-CD74-405C-B7B5-5CE75A8FEF68}" type="datetime1">
              <a:rPr lang="en-US" smtClean="0"/>
              <a:t>8/10/2022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079AE3-1AAE-419B-96EA-A9966A766D4B}" type="slidenum">
              <a:rPr lang="en-US" smtClean="0"/>
              <a:t>‹#›</a:t>
            </a:fld>
            <a:endParaRPr lang="en-US"/>
          </a:p>
        </p:txBody>
      </p:sp>
    </p:spTree>
    <p:extLst>
      <p:ext uri="{BB962C8B-B14F-4D97-AF65-F5344CB8AC3E}">
        <p14:creationId xmlns:p14="http://schemas.microsoft.com/office/powerpoint/2010/main" val="2518955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B5AE38-CA02-4838-B0C2-61B3F5A498F3}" type="datetime1">
              <a:rPr lang="en-US" smtClean="0"/>
              <a:t>8/10/2022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79AE3-1AAE-419B-96EA-A9966A766D4B}" type="slidenum">
              <a:rPr lang="en-US" smtClean="0"/>
              <a:t>‹#›</a:t>
            </a:fld>
            <a:endParaRPr lang="en-US"/>
          </a:p>
        </p:txBody>
      </p:sp>
    </p:spTree>
    <p:extLst>
      <p:ext uri="{BB962C8B-B14F-4D97-AF65-F5344CB8AC3E}">
        <p14:creationId xmlns:p14="http://schemas.microsoft.com/office/powerpoint/2010/main" val="243196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2B34E4-0891-40E0-AED0-97126822F793}" type="datetime1">
              <a:rPr lang="en-US" smtClean="0"/>
              <a:t>8/10/2022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079AE3-1AAE-419B-96EA-A9966A766D4B}" type="slidenum">
              <a:rPr lang="en-US" smtClean="0"/>
              <a:t>‹#›</a:t>
            </a:fld>
            <a:endParaRPr lang="en-US"/>
          </a:p>
        </p:txBody>
      </p:sp>
    </p:spTree>
    <p:extLst>
      <p:ext uri="{BB962C8B-B14F-4D97-AF65-F5344CB8AC3E}">
        <p14:creationId xmlns:p14="http://schemas.microsoft.com/office/powerpoint/2010/main" val="3954202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894D3A-FA50-4F32-9EE9-5F534CFF9FC1}" type="datetime1">
              <a:rPr lang="en-US" smtClean="0"/>
              <a:t>8/10/2022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079AE3-1AAE-419B-96EA-A9966A766D4B}" type="slidenum">
              <a:rPr lang="en-US" smtClean="0"/>
              <a:t>‹#›</a:t>
            </a:fld>
            <a:endParaRPr lang="en-US"/>
          </a:p>
        </p:txBody>
      </p:sp>
    </p:spTree>
    <p:extLst>
      <p:ext uri="{BB962C8B-B14F-4D97-AF65-F5344CB8AC3E}">
        <p14:creationId xmlns:p14="http://schemas.microsoft.com/office/powerpoint/2010/main" val="4131420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2059" y="2364471"/>
            <a:ext cx="9144000" cy="1476102"/>
          </a:xfrm>
        </p:spPr>
        <p:txBody>
          <a:bodyPr>
            <a:normAutofit fontScale="90000"/>
          </a:bodyPr>
          <a:lstStyle/>
          <a:p>
            <a:r>
              <a:rPr lang="en-US" b="0" i="0" dirty="0">
                <a:solidFill>
                  <a:srgbClr val="4E4E4E"/>
                </a:solidFill>
                <a:effectLst/>
                <a:latin typeface="Source Sans Pro" panose="020B0503030403020204" pitchFamily="34" charset="0"/>
              </a:rPr>
              <a:t>Simple quiz game</a:t>
            </a:r>
            <a:br>
              <a:rPr lang="en-US" b="0" i="0" dirty="0">
                <a:solidFill>
                  <a:srgbClr val="4E4E4E"/>
                </a:solidFill>
                <a:effectLst/>
                <a:latin typeface="Source Sans Pro" panose="020B0503030403020204" pitchFamily="34" charset="0"/>
              </a:rPr>
            </a:br>
            <a:endParaRPr lang="en-US" dirty="0">
              <a:cs typeface="Calibri Light"/>
            </a:endParaRPr>
          </a:p>
        </p:txBody>
      </p:sp>
      <p:sp>
        <p:nvSpPr>
          <p:cNvPr id="3" name="Subtitle 2"/>
          <p:cNvSpPr>
            <a:spLocks noGrp="1"/>
          </p:cNvSpPr>
          <p:nvPr>
            <p:ph type="subTitle" idx="1"/>
          </p:nvPr>
        </p:nvSpPr>
        <p:spPr>
          <a:xfrm>
            <a:off x="1522758" y="5033283"/>
            <a:ext cx="9144000" cy="4428309"/>
          </a:xfrm>
        </p:spPr>
        <p:txBody>
          <a:bodyPr vert="horz" lIns="91440" tIns="45720" rIns="91440" bIns="45720" rtlCol="0" anchor="t">
            <a:normAutofit/>
          </a:bodyPr>
          <a:lstStyle/>
          <a:p>
            <a:r>
              <a:rPr lang="en-US" dirty="0"/>
              <a:t> </a:t>
            </a:r>
            <a:r>
              <a:rPr lang="en-US" sz="2400" b="1" dirty="0">
                <a:cs typeface="Calibri"/>
              </a:rPr>
              <a:t>Submitted By :</a:t>
            </a:r>
            <a:r>
              <a:rPr lang="en-US" dirty="0"/>
              <a:t> </a:t>
            </a:r>
            <a:r>
              <a:rPr lang="en-US" sz="2400" b="1" dirty="0">
                <a:cs typeface="Calibri"/>
              </a:rPr>
              <a:t>Niranjan Chand |Semester 1st | BICT</a:t>
            </a:r>
            <a:endParaRPr lang="en-US" dirty="0"/>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5661DB2C-F3D7-4B77-AC71-19BDA6F5E9A3}"/>
              </a:ext>
            </a:extLst>
          </p:cNvPr>
          <p:cNvPicPr>
            <a:picLocks noChangeAspect="1"/>
          </p:cNvPicPr>
          <p:nvPr/>
        </p:nvPicPr>
        <p:blipFill>
          <a:blip r:embed="rId2"/>
          <a:stretch>
            <a:fillRect/>
          </a:stretch>
        </p:blipFill>
        <p:spPr>
          <a:xfrm>
            <a:off x="480599" y="18553"/>
            <a:ext cx="2372991" cy="156737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AFA610D-EFC8-43A3-A2DB-87EFCE78CDF6}"/>
                  </a:ext>
                </a:extLst>
              </p14:cNvPr>
              <p14:cNvContentPartPr/>
              <p14:nvPr/>
            </p14:nvContentPartPr>
            <p14:xfrm>
              <a:off x="5964534" y="2918519"/>
              <a:ext cx="9525" cy="9525"/>
            </p14:xfrm>
          </p:contentPart>
        </mc:Choice>
        <mc:Fallback xmlns="">
          <p:pic>
            <p:nvPicPr>
              <p:cNvPr id="4" name="Ink 3">
                <a:extLst>
                  <a:ext uri="{FF2B5EF4-FFF2-40B4-BE49-F238E27FC236}">
                    <a16:creationId xmlns:a16="http://schemas.microsoft.com/office/drawing/2014/main" id="{DAFA610D-EFC8-43A3-A2DB-87EFCE78CDF6}"/>
                  </a:ext>
                </a:extLst>
              </p:cNvPr>
              <p:cNvPicPr/>
              <p:nvPr/>
            </p:nvPicPr>
            <p:blipFill>
              <a:blip r:embed="rId4"/>
              <a:stretch>
                <a:fillRect/>
              </a:stretch>
            </p:blipFill>
            <p:spPr>
              <a:xfrm>
                <a:off x="5939468" y="2442269"/>
                <a:ext cx="59155" cy="9525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81BAEF30-6AE8-4F93-84B1-F2643D924EBF}"/>
                  </a:ext>
                </a:extLst>
              </p14:cNvPr>
              <p14:cNvContentPartPr/>
              <p14:nvPr/>
            </p14:nvContentPartPr>
            <p14:xfrm>
              <a:off x="6250284" y="2997894"/>
              <a:ext cx="9525" cy="9525"/>
            </p14:xfrm>
          </p:contentPart>
        </mc:Choice>
        <mc:Fallback xmlns="">
          <p:pic>
            <p:nvPicPr>
              <p:cNvPr id="5" name="Ink 4">
                <a:extLst>
                  <a:ext uri="{FF2B5EF4-FFF2-40B4-BE49-F238E27FC236}">
                    <a16:creationId xmlns:a16="http://schemas.microsoft.com/office/drawing/2014/main" id="{81BAEF30-6AE8-4F93-84B1-F2643D924EBF}"/>
                  </a:ext>
                </a:extLst>
              </p:cNvPr>
              <p:cNvPicPr/>
              <p:nvPr/>
            </p:nvPicPr>
            <p:blipFill>
              <a:blip r:embed="rId6"/>
              <a:stretch>
                <a:fillRect/>
              </a:stretch>
            </p:blipFill>
            <p:spPr>
              <a:xfrm>
                <a:off x="5774034" y="2521644"/>
                <a:ext cx="952500" cy="9525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04673055-1DB7-4C91-9F70-7BBA211BB27A}"/>
                  </a:ext>
                </a:extLst>
              </p14:cNvPr>
              <p14:cNvContentPartPr/>
              <p14:nvPr/>
            </p14:nvContentPartPr>
            <p14:xfrm>
              <a:off x="6250284" y="2997894"/>
              <a:ext cx="9525" cy="9525"/>
            </p14:xfrm>
          </p:contentPart>
        </mc:Choice>
        <mc:Fallback xmlns="">
          <p:pic>
            <p:nvPicPr>
              <p:cNvPr id="7" name="Ink 6">
                <a:extLst>
                  <a:ext uri="{FF2B5EF4-FFF2-40B4-BE49-F238E27FC236}">
                    <a16:creationId xmlns:a16="http://schemas.microsoft.com/office/drawing/2014/main" id="{04673055-1DB7-4C91-9F70-7BBA211BB27A}"/>
                  </a:ext>
                </a:extLst>
              </p:cNvPr>
              <p:cNvPicPr/>
              <p:nvPr/>
            </p:nvPicPr>
            <p:blipFill>
              <a:blip r:embed="rId6"/>
              <a:stretch>
                <a:fillRect/>
              </a:stretch>
            </p:blipFill>
            <p:spPr>
              <a:xfrm>
                <a:off x="5774034" y="2521644"/>
                <a:ext cx="952500" cy="952500"/>
              </a:xfrm>
              <a:prstGeom prst="rect">
                <a:avLst/>
              </a:prstGeom>
            </p:spPr>
          </p:pic>
        </mc:Fallback>
      </mc:AlternateContent>
      <p:pic>
        <p:nvPicPr>
          <p:cNvPr id="8" name="Picture 8">
            <a:extLst>
              <a:ext uri="{FF2B5EF4-FFF2-40B4-BE49-F238E27FC236}">
                <a16:creationId xmlns:a16="http://schemas.microsoft.com/office/drawing/2014/main" id="{CB80A2E4-1F67-5147-9F4E-B13D8A3413A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06251" y="0"/>
            <a:ext cx="3121013" cy="2228403"/>
          </a:xfrm>
          <a:prstGeom prst="rect">
            <a:avLst/>
          </a:prstGeom>
        </p:spPr>
      </p:pic>
      <p:sp>
        <p:nvSpPr>
          <p:cNvPr id="9" name="Date Placeholder 8">
            <a:extLst>
              <a:ext uri="{FF2B5EF4-FFF2-40B4-BE49-F238E27FC236}">
                <a16:creationId xmlns:a16="http://schemas.microsoft.com/office/drawing/2014/main" id="{268A428D-3CD3-4E59-B35D-71970D4D1EF6}"/>
              </a:ext>
            </a:extLst>
          </p:cNvPr>
          <p:cNvSpPr>
            <a:spLocks noGrp="1"/>
          </p:cNvSpPr>
          <p:nvPr>
            <p:ph type="dt" sz="half" idx="10"/>
          </p:nvPr>
        </p:nvSpPr>
        <p:spPr/>
        <p:txBody>
          <a:bodyPr/>
          <a:lstStyle/>
          <a:p>
            <a:fld id="{49A7571F-9E8C-4765-8A0E-A81DE10E47DF}" type="datetime1">
              <a:rPr lang="en-US" smtClean="0"/>
              <a:t>8/10/2022</a:t>
            </a:fld>
            <a:endParaRPr lang="en-US"/>
          </a:p>
        </p:txBody>
      </p:sp>
      <p:sp>
        <p:nvSpPr>
          <p:cNvPr id="10" name="Slide Number Placeholder 9">
            <a:extLst>
              <a:ext uri="{FF2B5EF4-FFF2-40B4-BE49-F238E27FC236}">
                <a16:creationId xmlns:a16="http://schemas.microsoft.com/office/drawing/2014/main" id="{C9945651-537D-403C-BB28-BC00740900F0}"/>
              </a:ext>
            </a:extLst>
          </p:cNvPr>
          <p:cNvSpPr>
            <a:spLocks noGrp="1"/>
          </p:cNvSpPr>
          <p:nvPr>
            <p:ph type="sldNum" sz="quarter" idx="12"/>
          </p:nvPr>
        </p:nvSpPr>
        <p:spPr/>
        <p:txBody>
          <a:bodyPr/>
          <a:lstStyle/>
          <a:p>
            <a:fld id="{7A079AE3-1AAE-419B-96EA-A9966A766D4B}" type="slidenum">
              <a:rPr lang="en-US" smtClean="0"/>
              <a:t>1</a:t>
            </a:fld>
            <a:endParaRPr lang="en-US"/>
          </a:p>
        </p:txBody>
      </p:sp>
    </p:spTree>
    <p:extLst>
      <p:ext uri="{BB962C8B-B14F-4D97-AF65-F5344CB8AC3E}">
        <p14:creationId xmlns:p14="http://schemas.microsoft.com/office/powerpoint/2010/main" val="67447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A78551-544B-44D7-ACE8-CFB18762EE53}"/>
              </a:ext>
            </a:extLst>
          </p:cNvPr>
          <p:cNvPicPr>
            <a:picLocks noChangeAspect="1"/>
          </p:cNvPicPr>
          <p:nvPr/>
        </p:nvPicPr>
        <p:blipFill>
          <a:blip r:embed="rId2"/>
          <a:stretch>
            <a:fillRect/>
          </a:stretch>
        </p:blipFill>
        <p:spPr>
          <a:xfrm>
            <a:off x="480599" y="18553"/>
            <a:ext cx="2372991" cy="1567370"/>
          </a:xfrm>
          <a:prstGeom prst="rect">
            <a:avLst/>
          </a:prstGeom>
        </p:spPr>
      </p:pic>
      <p:sp>
        <p:nvSpPr>
          <p:cNvPr id="7" name="Title 6">
            <a:extLst>
              <a:ext uri="{FF2B5EF4-FFF2-40B4-BE49-F238E27FC236}">
                <a16:creationId xmlns:a16="http://schemas.microsoft.com/office/drawing/2014/main" id="{9797156F-2BEE-4D6E-9CC6-9AA82E6613D6}"/>
              </a:ext>
            </a:extLst>
          </p:cNvPr>
          <p:cNvSpPr>
            <a:spLocks noGrp="1"/>
          </p:cNvSpPr>
          <p:nvPr>
            <p:ph type="title"/>
          </p:nvPr>
        </p:nvSpPr>
        <p:spPr/>
        <p:txBody>
          <a:bodyPr/>
          <a:lstStyle/>
          <a:p>
            <a:pPr algn="ctr"/>
            <a:r>
              <a:rPr lang="en-US" sz="4400" dirty="0"/>
              <a:t>TABLE OF CONTENT </a:t>
            </a:r>
            <a:endParaRPr lang="en-US" dirty="0"/>
          </a:p>
        </p:txBody>
      </p:sp>
      <p:sp>
        <p:nvSpPr>
          <p:cNvPr id="8" name="Content Placeholder 7">
            <a:extLst>
              <a:ext uri="{FF2B5EF4-FFF2-40B4-BE49-F238E27FC236}">
                <a16:creationId xmlns:a16="http://schemas.microsoft.com/office/drawing/2014/main" id="{1E6DC17A-D2FA-4D32-AFDE-C76701305FF2}"/>
              </a:ext>
            </a:extLst>
          </p:cNvPr>
          <p:cNvSpPr>
            <a:spLocks noGrp="1"/>
          </p:cNvSpPr>
          <p:nvPr>
            <p:ph idx="1"/>
          </p:nvPr>
        </p:nvSpPr>
        <p:spPr/>
        <p:txBody>
          <a:bodyPr/>
          <a:lstStyle/>
          <a:p>
            <a:pPr marL="457200" indent="-457200">
              <a:buAutoNum type="arabicPeriod"/>
            </a:pPr>
            <a:r>
              <a:rPr lang="en-US" sz="3200" dirty="0"/>
              <a:t>Introduction------------------------------------------------------------ 1 </a:t>
            </a:r>
          </a:p>
          <a:p>
            <a:pPr marL="0" indent="0">
              <a:buNone/>
            </a:pPr>
            <a:r>
              <a:rPr lang="en-US" sz="3200" dirty="0"/>
              <a:t>2.  Motivation-------------------------------------------------------------- 2 </a:t>
            </a:r>
          </a:p>
          <a:p>
            <a:pPr marL="0" indent="0">
              <a:buNone/>
            </a:pPr>
            <a:r>
              <a:rPr lang="en-US" sz="3200" dirty="0"/>
              <a:t>3.  Flowchart--------------------------------------------------------------- 3 </a:t>
            </a:r>
          </a:p>
          <a:p>
            <a:pPr marL="0" indent="0">
              <a:buNone/>
            </a:pPr>
            <a:r>
              <a:rPr lang="en-US" sz="3200" dirty="0"/>
              <a:t>4.  Future Enhancement------------------------------------------------ 4 </a:t>
            </a:r>
          </a:p>
          <a:p>
            <a:pPr marL="0" indent="0">
              <a:buNone/>
            </a:pPr>
            <a:r>
              <a:rPr lang="en-US" sz="3200" dirty="0"/>
              <a:t>5.  Output Screen--------------------------------------------------------- 5</a:t>
            </a:r>
          </a:p>
          <a:p>
            <a:pPr marL="0" indent="0">
              <a:buNone/>
            </a:pPr>
            <a:r>
              <a:rPr lang="en-US" sz="3200" dirty="0"/>
              <a:t>6.  Reference--------------------------------------------------------------- 9</a:t>
            </a:r>
          </a:p>
          <a:p>
            <a:pPr marL="0" indent="0">
              <a:buNone/>
            </a:pPr>
            <a:endParaRPr lang="en-US" sz="2800" dirty="0"/>
          </a:p>
        </p:txBody>
      </p:sp>
      <p:sp>
        <p:nvSpPr>
          <p:cNvPr id="2" name="Date Placeholder 1">
            <a:extLst>
              <a:ext uri="{FF2B5EF4-FFF2-40B4-BE49-F238E27FC236}">
                <a16:creationId xmlns:a16="http://schemas.microsoft.com/office/drawing/2014/main" id="{C494BF2D-7509-4AEB-AAEC-AA47FA8A202D}"/>
              </a:ext>
            </a:extLst>
          </p:cNvPr>
          <p:cNvSpPr>
            <a:spLocks noGrp="1"/>
          </p:cNvSpPr>
          <p:nvPr>
            <p:ph type="dt" sz="half" idx="10"/>
          </p:nvPr>
        </p:nvSpPr>
        <p:spPr/>
        <p:txBody>
          <a:bodyPr/>
          <a:lstStyle/>
          <a:p>
            <a:fld id="{319CADF0-DF10-4FBD-974E-884B06CE4EAB}" type="datetime1">
              <a:rPr lang="en-US" smtClean="0"/>
              <a:t>8/10/2022</a:t>
            </a:fld>
            <a:endParaRPr lang="en-US"/>
          </a:p>
        </p:txBody>
      </p:sp>
      <p:sp>
        <p:nvSpPr>
          <p:cNvPr id="3" name="Slide Number Placeholder 2">
            <a:extLst>
              <a:ext uri="{FF2B5EF4-FFF2-40B4-BE49-F238E27FC236}">
                <a16:creationId xmlns:a16="http://schemas.microsoft.com/office/drawing/2014/main" id="{D83E3359-806C-4CBF-B831-F9FAF93EF882}"/>
              </a:ext>
            </a:extLst>
          </p:cNvPr>
          <p:cNvSpPr>
            <a:spLocks noGrp="1"/>
          </p:cNvSpPr>
          <p:nvPr>
            <p:ph type="sldNum" sz="quarter" idx="12"/>
          </p:nvPr>
        </p:nvSpPr>
        <p:spPr/>
        <p:txBody>
          <a:bodyPr/>
          <a:lstStyle/>
          <a:p>
            <a:fld id="{7A079AE3-1AAE-419B-96EA-A9966A766D4B}" type="slidenum">
              <a:rPr lang="en-US" smtClean="0"/>
              <a:t>2</a:t>
            </a:fld>
            <a:endParaRPr lang="en-US"/>
          </a:p>
        </p:txBody>
      </p:sp>
    </p:spTree>
    <p:extLst>
      <p:ext uri="{BB962C8B-B14F-4D97-AF65-F5344CB8AC3E}">
        <p14:creationId xmlns:p14="http://schemas.microsoft.com/office/powerpoint/2010/main" val="39274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91D205-F121-4E8C-BE2F-E029A941BC3C}"/>
              </a:ext>
            </a:extLst>
          </p:cNvPr>
          <p:cNvSpPr>
            <a:spLocks noGrp="1"/>
          </p:cNvSpPr>
          <p:nvPr>
            <p:ph idx="1"/>
          </p:nvPr>
        </p:nvSpPr>
        <p:spPr>
          <a:xfrm>
            <a:off x="1063487" y="2022681"/>
            <a:ext cx="10515600" cy="3689005"/>
          </a:xfrm>
        </p:spPr>
        <p:txBody>
          <a:bodyPr>
            <a:normAutofit/>
          </a:bodyPr>
          <a:lstStyle/>
          <a:p>
            <a:pPr algn="just"/>
            <a:r>
              <a:rPr lang="x-none" sz="3200" dirty="0"/>
              <a:t>This "QUIZ GAME" project is made to allow users to create and manage a simple database of questions. The software generates the question number automatically, and it is saved in a binary file with the name "QUESTION." Essentially, this database serves as a MASTER file that may be utilized as a look-up table for data like Quiz Option, Sub-menu, either Computer/Mathematics/Science or General and the Return.</a:t>
            </a:r>
            <a:endParaRPr lang="en-US" sz="3200" dirty="0"/>
          </a:p>
        </p:txBody>
      </p:sp>
      <p:pic>
        <p:nvPicPr>
          <p:cNvPr id="4" name="Picture 3">
            <a:extLst>
              <a:ext uri="{FF2B5EF4-FFF2-40B4-BE49-F238E27FC236}">
                <a16:creationId xmlns:a16="http://schemas.microsoft.com/office/drawing/2014/main" id="{6FDC4743-9780-4446-B402-B358060944A9}"/>
              </a:ext>
            </a:extLst>
          </p:cNvPr>
          <p:cNvPicPr>
            <a:picLocks noChangeAspect="1"/>
          </p:cNvPicPr>
          <p:nvPr/>
        </p:nvPicPr>
        <p:blipFill>
          <a:blip r:embed="rId2"/>
          <a:stretch>
            <a:fillRect/>
          </a:stretch>
        </p:blipFill>
        <p:spPr>
          <a:xfrm>
            <a:off x="480599" y="18553"/>
            <a:ext cx="2372991" cy="1567370"/>
          </a:xfrm>
          <a:prstGeom prst="rect">
            <a:avLst/>
          </a:prstGeom>
        </p:spPr>
      </p:pic>
      <p:sp>
        <p:nvSpPr>
          <p:cNvPr id="9" name="Title 8">
            <a:extLst>
              <a:ext uri="{FF2B5EF4-FFF2-40B4-BE49-F238E27FC236}">
                <a16:creationId xmlns:a16="http://schemas.microsoft.com/office/drawing/2014/main" id="{5C17A75F-4286-487E-A44F-D47E62F3A460}"/>
              </a:ext>
            </a:extLst>
          </p:cNvPr>
          <p:cNvSpPr>
            <a:spLocks noGrp="1"/>
          </p:cNvSpPr>
          <p:nvPr>
            <p:ph type="title"/>
          </p:nvPr>
        </p:nvSpPr>
        <p:spPr/>
        <p:txBody>
          <a:bodyPr>
            <a:normAutofit/>
          </a:bodyPr>
          <a:lstStyle/>
          <a:p>
            <a:pPr algn="ctr"/>
            <a:r>
              <a:rPr lang="en-US" sz="5400" dirty="0"/>
              <a:t>Introduction</a:t>
            </a:r>
          </a:p>
        </p:txBody>
      </p:sp>
      <p:sp>
        <p:nvSpPr>
          <p:cNvPr id="2" name="Date Placeholder 1">
            <a:extLst>
              <a:ext uri="{FF2B5EF4-FFF2-40B4-BE49-F238E27FC236}">
                <a16:creationId xmlns:a16="http://schemas.microsoft.com/office/drawing/2014/main" id="{3A3DF7B4-F2F1-4D42-8571-42D9E903A0BF}"/>
              </a:ext>
            </a:extLst>
          </p:cNvPr>
          <p:cNvSpPr>
            <a:spLocks noGrp="1"/>
          </p:cNvSpPr>
          <p:nvPr>
            <p:ph type="dt" sz="half" idx="10"/>
          </p:nvPr>
        </p:nvSpPr>
        <p:spPr/>
        <p:txBody>
          <a:bodyPr/>
          <a:lstStyle/>
          <a:p>
            <a:fld id="{FB1AA126-83A5-42D0-8421-B0EC23169176}" type="datetime1">
              <a:rPr lang="en-US" smtClean="0"/>
              <a:t>8/10/2022</a:t>
            </a:fld>
            <a:endParaRPr lang="en-US"/>
          </a:p>
        </p:txBody>
      </p:sp>
      <p:sp>
        <p:nvSpPr>
          <p:cNvPr id="5" name="Slide Number Placeholder 4">
            <a:extLst>
              <a:ext uri="{FF2B5EF4-FFF2-40B4-BE49-F238E27FC236}">
                <a16:creationId xmlns:a16="http://schemas.microsoft.com/office/drawing/2014/main" id="{655E27BC-5953-420B-BE11-C3EF75B88208}"/>
              </a:ext>
            </a:extLst>
          </p:cNvPr>
          <p:cNvSpPr>
            <a:spLocks noGrp="1"/>
          </p:cNvSpPr>
          <p:nvPr>
            <p:ph type="sldNum" sz="quarter" idx="12"/>
          </p:nvPr>
        </p:nvSpPr>
        <p:spPr/>
        <p:txBody>
          <a:bodyPr/>
          <a:lstStyle/>
          <a:p>
            <a:fld id="{7A079AE3-1AAE-419B-96EA-A9966A766D4B}" type="slidenum">
              <a:rPr lang="en-US" smtClean="0"/>
              <a:t>3</a:t>
            </a:fld>
            <a:endParaRPr lang="en-US"/>
          </a:p>
        </p:txBody>
      </p:sp>
    </p:spTree>
    <p:extLst>
      <p:ext uri="{BB962C8B-B14F-4D97-AF65-F5344CB8AC3E}">
        <p14:creationId xmlns:p14="http://schemas.microsoft.com/office/powerpoint/2010/main" val="1724611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E42EBB-D51E-42E7-9BF4-0CDB7A44123E}"/>
              </a:ext>
            </a:extLst>
          </p:cNvPr>
          <p:cNvPicPr>
            <a:picLocks noChangeAspect="1"/>
          </p:cNvPicPr>
          <p:nvPr/>
        </p:nvPicPr>
        <p:blipFill>
          <a:blip r:embed="rId2"/>
          <a:stretch>
            <a:fillRect/>
          </a:stretch>
        </p:blipFill>
        <p:spPr>
          <a:xfrm>
            <a:off x="480599" y="18553"/>
            <a:ext cx="2372991" cy="1567370"/>
          </a:xfrm>
          <a:prstGeom prst="rect">
            <a:avLst/>
          </a:prstGeom>
        </p:spPr>
      </p:pic>
      <p:sp>
        <p:nvSpPr>
          <p:cNvPr id="3" name="Title 2">
            <a:extLst>
              <a:ext uri="{FF2B5EF4-FFF2-40B4-BE49-F238E27FC236}">
                <a16:creationId xmlns:a16="http://schemas.microsoft.com/office/drawing/2014/main" id="{14C6B355-95D9-42DA-B0EF-B2B6C276D61D}"/>
              </a:ext>
            </a:extLst>
          </p:cNvPr>
          <p:cNvSpPr>
            <a:spLocks noGrp="1"/>
          </p:cNvSpPr>
          <p:nvPr>
            <p:ph type="title"/>
          </p:nvPr>
        </p:nvSpPr>
        <p:spPr/>
        <p:txBody>
          <a:bodyPr/>
          <a:lstStyle/>
          <a:p>
            <a:pPr algn="ctr"/>
            <a:r>
              <a:rPr lang="en-US" b="1" dirty="0">
                <a:cs typeface="Calibri Light"/>
              </a:rPr>
              <a:t>MOTIVATION</a:t>
            </a:r>
            <a:endParaRPr lang="en-US" dirty="0"/>
          </a:p>
        </p:txBody>
      </p:sp>
      <p:sp>
        <p:nvSpPr>
          <p:cNvPr id="5" name="Content Placeholder 4">
            <a:extLst>
              <a:ext uri="{FF2B5EF4-FFF2-40B4-BE49-F238E27FC236}">
                <a16:creationId xmlns:a16="http://schemas.microsoft.com/office/drawing/2014/main" id="{EC2F8554-F871-4964-A343-ACEC1DC31136}"/>
              </a:ext>
            </a:extLst>
          </p:cNvPr>
          <p:cNvSpPr>
            <a:spLocks noGrp="1"/>
          </p:cNvSpPr>
          <p:nvPr>
            <p:ph idx="1"/>
          </p:nvPr>
        </p:nvSpPr>
        <p:spPr>
          <a:xfrm>
            <a:off x="838200" y="1900247"/>
            <a:ext cx="10515600" cy="4351338"/>
          </a:xfrm>
        </p:spPr>
        <p:txBody>
          <a:bodyPr>
            <a:normAutofit/>
          </a:bodyPr>
          <a:lstStyle/>
          <a:p>
            <a:pPr algn="just"/>
            <a:r>
              <a:rPr lang="en-US" sz="3600" dirty="0"/>
              <a:t>T</a:t>
            </a:r>
            <a:r>
              <a:rPr lang="id-ID" sz="3600" dirty="0"/>
              <a:t>his project were to create some form of entertainment and to offer some sort of activity in schools and colleges that tests students' general knowledge while also assisting in the acquisition of new knowledge. Because this activity is not readily available everywhere in the world, this small project can assist in testing students' knowledge while also creating entertainment and allowing us</a:t>
            </a:r>
            <a:r>
              <a:rPr lang="en-US" sz="3600" dirty="0"/>
              <a:t>.</a:t>
            </a:r>
            <a:endParaRPr lang="en-US" sz="3600" b="1" dirty="0">
              <a:solidFill>
                <a:schemeClr val="tx1">
                  <a:lumMod val="95000"/>
                  <a:lumOff val="5000"/>
                </a:schemeClr>
              </a:solidFill>
              <a:latin typeface="+mj-lt"/>
              <a:cs typeface="Calibri"/>
            </a:endParaRPr>
          </a:p>
        </p:txBody>
      </p:sp>
      <p:sp>
        <p:nvSpPr>
          <p:cNvPr id="2" name="Date Placeholder 1">
            <a:extLst>
              <a:ext uri="{FF2B5EF4-FFF2-40B4-BE49-F238E27FC236}">
                <a16:creationId xmlns:a16="http://schemas.microsoft.com/office/drawing/2014/main" id="{23DCF095-1E95-413A-80DA-1C8E3AB0780B}"/>
              </a:ext>
            </a:extLst>
          </p:cNvPr>
          <p:cNvSpPr>
            <a:spLocks noGrp="1"/>
          </p:cNvSpPr>
          <p:nvPr>
            <p:ph type="dt" sz="half" idx="10"/>
          </p:nvPr>
        </p:nvSpPr>
        <p:spPr/>
        <p:txBody>
          <a:bodyPr/>
          <a:lstStyle/>
          <a:p>
            <a:fld id="{5A094D2D-AA17-4471-A4FC-E4711FC259F5}" type="datetime1">
              <a:rPr lang="en-US" smtClean="0"/>
              <a:t>8/10/2022</a:t>
            </a:fld>
            <a:endParaRPr lang="en-US"/>
          </a:p>
        </p:txBody>
      </p:sp>
      <p:sp>
        <p:nvSpPr>
          <p:cNvPr id="6" name="Slide Number Placeholder 5">
            <a:extLst>
              <a:ext uri="{FF2B5EF4-FFF2-40B4-BE49-F238E27FC236}">
                <a16:creationId xmlns:a16="http://schemas.microsoft.com/office/drawing/2014/main" id="{907D2B98-DD46-497C-89E3-9C5F9E21E2B4}"/>
              </a:ext>
            </a:extLst>
          </p:cNvPr>
          <p:cNvSpPr>
            <a:spLocks noGrp="1"/>
          </p:cNvSpPr>
          <p:nvPr>
            <p:ph type="sldNum" sz="quarter" idx="12"/>
          </p:nvPr>
        </p:nvSpPr>
        <p:spPr/>
        <p:txBody>
          <a:bodyPr/>
          <a:lstStyle/>
          <a:p>
            <a:fld id="{7A079AE3-1AAE-419B-96EA-A9966A766D4B}" type="slidenum">
              <a:rPr lang="en-US" smtClean="0"/>
              <a:t>4</a:t>
            </a:fld>
            <a:endParaRPr lang="en-US"/>
          </a:p>
        </p:txBody>
      </p:sp>
    </p:spTree>
    <p:extLst>
      <p:ext uri="{BB962C8B-B14F-4D97-AF65-F5344CB8AC3E}">
        <p14:creationId xmlns:p14="http://schemas.microsoft.com/office/powerpoint/2010/main" val="292574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2175" y="1814103"/>
            <a:ext cx="10515600" cy="1325563"/>
          </a:xfrm>
        </p:spPr>
        <p:txBody>
          <a:bodyPr>
            <a:normAutofit fontScale="90000"/>
          </a:bodyPr>
          <a:lstStyle/>
          <a:p>
            <a:pPr algn="ctr"/>
            <a:r>
              <a:rPr lang="en-US" sz="6000" dirty="0">
                <a:ea typeface="+mj-lt"/>
                <a:cs typeface="+mj-lt"/>
              </a:rPr>
              <a:t>flowchart</a:t>
            </a:r>
            <a:br>
              <a:rPr lang="en-US" dirty="0">
                <a:ea typeface="+mj-lt"/>
                <a:cs typeface="+mj-lt"/>
              </a:rPr>
            </a:br>
            <a:endParaRPr lang="en-US" dirty="0"/>
          </a:p>
        </p:txBody>
      </p:sp>
      <p:pic>
        <p:nvPicPr>
          <p:cNvPr id="4" name="Picture 3">
            <a:extLst>
              <a:ext uri="{FF2B5EF4-FFF2-40B4-BE49-F238E27FC236}">
                <a16:creationId xmlns:a16="http://schemas.microsoft.com/office/drawing/2014/main" id="{97E42EBB-D51E-42E7-9BF4-0CDB7A44123E}"/>
              </a:ext>
            </a:extLst>
          </p:cNvPr>
          <p:cNvPicPr>
            <a:picLocks noChangeAspect="1"/>
          </p:cNvPicPr>
          <p:nvPr/>
        </p:nvPicPr>
        <p:blipFill>
          <a:blip r:embed="rId2"/>
          <a:stretch>
            <a:fillRect/>
          </a:stretch>
        </p:blipFill>
        <p:spPr>
          <a:xfrm>
            <a:off x="480599" y="18553"/>
            <a:ext cx="2372991" cy="1567370"/>
          </a:xfrm>
          <a:prstGeom prst="rect">
            <a:avLst/>
          </a:prstGeom>
        </p:spPr>
      </p:pic>
      <p:pic>
        <p:nvPicPr>
          <p:cNvPr id="5" name="Content Placeholder 4">
            <a:extLst>
              <a:ext uri="{FF2B5EF4-FFF2-40B4-BE49-F238E27FC236}">
                <a16:creationId xmlns:a16="http://schemas.microsoft.com/office/drawing/2014/main" id="{F7843BA4-08F6-4E9C-ADE3-DA41D459C43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38261" y="0"/>
            <a:ext cx="6612835" cy="6858000"/>
          </a:xfrm>
          <a:prstGeom prst="rect">
            <a:avLst/>
          </a:prstGeom>
        </p:spPr>
      </p:pic>
      <p:sp>
        <p:nvSpPr>
          <p:cNvPr id="3" name="Date Placeholder 2">
            <a:extLst>
              <a:ext uri="{FF2B5EF4-FFF2-40B4-BE49-F238E27FC236}">
                <a16:creationId xmlns:a16="http://schemas.microsoft.com/office/drawing/2014/main" id="{E969038B-85FB-4D82-9791-4E1163372E46}"/>
              </a:ext>
            </a:extLst>
          </p:cNvPr>
          <p:cNvSpPr>
            <a:spLocks noGrp="1"/>
          </p:cNvSpPr>
          <p:nvPr>
            <p:ph type="dt" sz="half" idx="10"/>
          </p:nvPr>
        </p:nvSpPr>
        <p:spPr/>
        <p:txBody>
          <a:bodyPr/>
          <a:lstStyle/>
          <a:p>
            <a:fld id="{B3CD9C4F-3E9D-4343-979B-B7A5B18A03D4}" type="datetime1">
              <a:rPr lang="en-US" smtClean="0"/>
              <a:t>8/10/2022</a:t>
            </a:fld>
            <a:endParaRPr lang="en-US"/>
          </a:p>
        </p:txBody>
      </p:sp>
      <p:sp>
        <p:nvSpPr>
          <p:cNvPr id="6" name="Slide Number Placeholder 5">
            <a:extLst>
              <a:ext uri="{FF2B5EF4-FFF2-40B4-BE49-F238E27FC236}">
                <a16:creationId xmlns:a16="http://schemas.microsoft.com/office/drawing/2014/main" id="{0C89417E-CB9C-4D1C-8755-53018B91E8AB}"/>
              </a:ext>
            </a:extLst>
          </p:cNvPr>
          <p:cNvSpPr>
            <a:spLocks noGrp="1"/>
          </p:cNvSpPr>
          <p:nvPr>
            <p:ph type="sldNum" sz="quarter" idx="12"/>
          </p:nvPr>
        </p:nvSpPr>
        <p:spPr/>
        <p:txBody>
          <a:bodyPr/>
          <a:lstStyle/>
          <a:p>
            <a:fld id="{7A079AE3-1AAE-419B-96EA-A9966A766D4B}" type="slidenum">
              <a:rPr lang="en-US" smtClean="0"/>
              <a:t>5</a:t>
            </a:fld>
            <a:endParaRPr lang="en-US"/>
          </a:p>
        </p:txBody>
      </p:sp>
    </p:spTree>
    <p:extLst>
      <p:ext uri="{BB962C8B-B14F-4D97-AF65-F5344CB8AC3E}">
        <p14:creationId xmlns:p14="http://schemas.microsoft.com/office/powerpoint/2010/main" val="15507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x-none" dirty="0">
                <a:cs typeface="Calibri Light"/>
              </a:rPr>
              <a:t>FUTURE ENHANCEMENTS</a:t>
            </a:r>
            <a:endParaRPr lang="en-US" dirty="0"/>
          </a:p>
        </p:txBody>
      </p:sp>
      <p:sp>
        <p:nvSpPr>
          <p:cNvPr id="3" name="Content Placeholder 2">
            <a:extLst>
              <a:ext uri="{FF2B5EF4-FFF2-40B4-BE49-F238E27FC236}">
                <a16:creationId xmlns:a16="http://schemas.microsoft.com/office/drawing/2014/main" id="{13CC7984-0811-47CD-8796-021D2B6495C9}"/>
              </a:ext>
            </a:extLst>
          </p:cNvPr>
          <p:cNvSpPr>
            <a:spLocks noGrp="1"/>
          </p:cNvSpPr>
          <p:nvPr>
            <p:ph idx="1"/>
          </p:nvPr>
        </p:nvSpPr>
        <p:spPr/>
        <p:txBody>
          <a:bodyPr>
            <a:normAutofit/>
          </a:bodyPr>
          <a:lstStyle/>
          <a:p>
            <a:pPr algn="just"/>
            <a:r>
              <a:rPr lang="id-ID" sz="3200" dirty="0"/>
              <a:t>The main aim of our project is create a good interaction between the student and teacher. We are trying to do the project at best level to satisfy all the end users (i.e, student / faculty). And we give the choice to student to add their name under the faculty who they wish and get advice for their betterment. In our future we are decided to provide more security to our website which may not be hacked. We can add printer in future.</a:t>
            </a:r>
            <a:endParaRPr lang="en-US" sz="3200" b="1" dirty="0">
              <a:latin typeface="+mj-lt"/>
            </a:endParaRPr>
          </a:p>
        </p:txBody>
      </p:sp>
      <p:pic>
        <p:nvPicPr>
          <p:cNvPr id="4" name="Picture 3">
            <a:extLst>
              <a:ext uri="{FF2B5EF4-FFF2-40B4-BE49-F238E27FC236}">
                <a16:creationId xmlns:a16="http://schemas.microsoft.com/office/drawing/2014/main" id="{97E42EBB-D51E-42E7-9BF4-0CDB7A44123E}"/>
              </a:ext>
            </a:extLst>
          </p:cNvPr>
          <p:cNvPicPr>
            <a:picLocks noChangeAspect="1"/>
          </p:cNvPicPr>
          <p:nvPr/>
        </p:nvPicPr>
        <p:blipFill>
          <a:blip r:embed="rId3"/>
          <a:stretch>
            <a:fillRect/>
          </a:stretch>
        </p:blipFill>
        <p:spPr>
          <a:xfrm>
            <a:off x="480599" y="18553"/>
            <a:ext cx="2372991" cy="1567370"/>
          </a:xfrm>
          <a:prstGeom prst="rect">
            <a:avLst/>
          </a:prstGeom>
        </p:spPr>
      </p:pic>
      <p:sp>
        <p:nvSpPr>
          <p:cNvPr id="5" name="Date Placeholder 4">
            <a:extLst>
              <a:ext uri="{FF2B5EF4-FFF2-40B4-BE49-F238E27FC236}">
                <a16:creationId xmlns:a16="http://schemas.microsoft.com/office/drawing/2014/main" id="{89E82864-FA70-4F01-8D16-9B1D460DF1DA}"/>
              </a:ext>
            </a:extLst>
          </p:cNvPr>
          <p:cNvSpPr>
            <a:spLocks noGrp="1"/>
          </p:cNvSpPr>
          <p:nvPr>
            <p:ph type="dt" sz="half" idx="10"/>
          </p:nvPr>
        </p:nvSpPr>
        <p:spPr/>
        <p:txBody>
          <a:bodyPr/>
          <a:lstStyle/>
          <a:p>
            <a:fld id="{E0BCEAF3-787E-4D44-92C0-7CED21D0D191}" type="datetime1">
              <a:rPr lang="en-US" smtClean="0"/>
              <a:t>8/10/2022</a:t>
            </a:fld>
            <a:endParaRPr lang="en-US"/>
          </a:p>
        </p:txBody>
      </p:sp>
      <p:sp>
        <p:nvSpPr>
          <p:cNvPr id="6" name="Slide Number Placeholder 5">
            <a:extLst>
              <a:ext uri="{FF2B5EF4-FFF2-40B4-BE49-F238E27FC236}">
                <a16:creationId xmlns:a16="http://schemas.microsoft.com/office/drawing/2014/main" id="{4785CC3F-895B-4967-9CEE-796609BB5131}"/>
              </a:ext>
            </a:extLst>
          </p:cNvPr>
          <p:cNvSpPr>
            <a:spLocks noGrp="1"/>
          </p:cNvSpPr>
          <p:nvPr>
            <p:ph type="sldNum" sz="quarter" idx="12"/>
          </p:nvPr>
        </p:nvSpPr>
        <p:spPr/>
        <p:txBody>
          <a:bodyPr/>
          <a:lstStyle/>
          <a:p>
            <a:fld id="{7A079AE3-1AAE-419B-96EA-A9966A766D4B}" type="slidenum">
              <a:rPr lang="en-US" smtClean="0"/>
              <a:t>6</a:t>
            </a:fld>
            <a:endParaRPr lang="en-US"/>
          </a:p>
        </p:txBody>
      </p:sp>
    </p:spTree>
    <p:extLst>
      <p:ext uri="{BB962C8B-B14F-4D97-AF65-F5344CB8AC3E}">
        <p14:creationId xmlns:p14="http://schemas.microsoft.com/office/powerpoint/2010/main" val="3223631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E42EBB-D51E-42E7-9BF4-0CDB7A44123E}"/>
              </a:ext>
            </a:extLst>
          </p:cNvPr>
          <p:cNvPicPr>
            <a:picLocks noChangeAspect="1"/>
          </p:cNvPicPr>
          <p:nvPr/>
        </p:nvPicPr>
        <p:blipFill>
          <a:blip r:embed="rId2"/>
          <a:stretch>
            <a:fillRect/>
          </a:stretch>
        </p:blipFill>
        <p:spPr>
          <a:xfrm>
            <a:off x="480599" y="18553"/>
            <a:ext cx="2372991" cy="1567370"/>
          </a:xfrm>
          <a:prstGeom prst="rect">
            <a:avLst/>
          </a:prstGeom>
        </p:spPr>
      </p:pic>
      <p:sp>
        <p:nvSpPr>
          <p:cNvPr id="6" name="Title 5">
            <a:extLst>
              <a:ext uri="{FF2B5EF4-FFF2-40B4-BE49-F238E27FC236}">
                <a16:creationId xmlns:a16="http://schemas.microsoft.com/office/drawing/2014/main" id="{D1F6CE12-4469-4AB4-8868-820D9C0A8A3B}"/>
              </a:ext>
            </a:extLst>
          </p:cNvPr>
          <p:cNvSpPr>
            <a:spLocks noGrp="1"/>
          </p:cNvSpPr>
          <p:nvPr>
            <p:ph type="title"/>
          </p:nvPr>
        </p:nvSpPr>
        <p:spPr>
          <a:xfrm>
            <a:off x="692634" y="380211"/>
            <a:ext cx="10515600" cy="1325563"/>
          </a:xfrm>
        </p:spPr>
        <p:txBody>
          <a:bodyPr/>
          <a:lstStyle/>
          <a:p>
            <a:pPr algn="ctr"/>
            <a:r>
              <a:rPr lang="en-US" b="1" dirty="0">
                <a:cs typeface="Calibri Light"/>
              </a:rPr>
              <a:t>OUTPUT</a:t>
            </a:r>
            <a:endParaRPr lang="en-US" dirty="0"/>
          </a:p>
        </p:txBody>
      </p:sp>
      <p:pic>
        <p:nvPicPr>
          <p:cNvPr id="9" name="Picture 3">
            <a:extLst>
              <a:ext uri="{FF2B5EF4-FFF2-40B4-BE49-F238E27FC236}">
                <a16:creationId xmlns:a16="http://schemas.microsoft.com/office/drawing/2014/main" id="{C2484B87-C3AF-4C0A-B1C1-4555DD12BF51}"/>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32306" t="3067" r="9828" b="44983"/>
          <a:stretch/>
        </p:blipFill>
        <p:spPr bwMode="auto">
          <a:xfrm>
            <a:off x="838200" y="1797978"/>
            <a:ext cx="10515600" cy="4438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20417182-6B76-4645-BC49-347340BE73F7}"/>
              </a:ext>
            </a:extLst>
          </p:cNvPr>
          <p:cNvSpPr>
            <a:spLocks noGrp="1"/>
          </p:cNvSpPr>
          <p:nvPr>
            <p:ph type="dt" sz="half" idx="10"/>
          </p:nvPr>
        </p:nvSpPr>
        <p:spPr/>
        <p:txBody>
          <a:bodyPr/>
          <a:lstStyle/>
          <a:p>
            <a:fld id="{DBEB726D-A20D-48B4-AC60-F0142CC0BF61}" type="datetime1">
              <a:rPr lang="en-US" smtClean="0"/>
              <a:t>8/10/2022</a:t>
            </a:fld>
            <a:endParaRPr lang="en-US"/>
          </a:p>
        </p:txBody>
      </p:sp>
      <p:sp>
        <p:nvSpPr>
          <p:cNvPr id="3" name="Slide Number Placeholder 2">
            <a:extLst>
              <a:ext uri="{FF2B5EF4-FFF2-40B4-BE49-F238E27FC236}">
                <a16:creationId xmlns:a16="http://schemas.microsoft.com/office/drawing/2014/main" id="{7E9F86F0-913C-40D8-A31A-C0DD2C52E791}"/>
              </a:ext>
            </a:extLst>
          </p:cNvPr>
          <p:cNvSpPr>
            <a:spLocks noGrp="1"/>
          </p:cNvSpPr>
          <p:nvPr>
            <p:ph type="sldNum" sz="quarter" idx="12"/>
          </p:nvPr>
        </p:nvSpPr>
        <p:spPr/>
        <p:txBody>
          <a:bodyPr/>
          <a:lstStyle/>
          <a:p>
            <a:fld id="{7A079AE3-1AAE-419B-96EA-A9966A766D4B}" type="slidenum">
              <a:rPr lang="en-US" smtClean="0"/>
              <a:t>7</a:t>
            </a:fld>
            <a:endParaRPr lang="en-US"/>
          </a:p>
        </p:txBody>
      </p:sp>
    </p:spTree>
    <p:extLst>
      <p:ext uri="{BB962C8B-B14F-4D97-AF65-F5344CB8AC3E}">
        <p14:creationId xmlns:p14="http://schemas.microsoft.com/office/powerpoint/2010/main" val="1245463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cs typeface="Calibri Light"/>
              </a:rPr>
              <a:t>OUTPUT</a:t>
            </a:r>
            <a:endParaRPr lang="en-US" dirty="0"/>
          </a:p>
        </p:txBody>
      </p:sp>
      <p:pic>
        <p:nvPicPr>
          <p:cNvPr id="4" name="Picture 3">
            <a:extLst>
              <a:ext uri="{FF2B5EF4-FFF2-40B4-BE49-F238E27FC236}">
                <a16:creationId xmlns:a16="http://schemas.microsoft.com/office/drawing/2014/main" id="{97E42EBB-D51E-42E7-9BF4-0CDB7A44123E}"/>
              </a:ext>
            </a:extLst>
          </p:cNvPr>
          <p:cNvPicPr>
            <a:picLocks noChangeAspect="1"/>
          </p:cNvPicPr>
          <p:nvPr/>
        </p:nvPicPr>
        <p:blipFill>
          <a:blip r:embed="rId2"/>
          <a:stretch>
            <a:fillRect/>
          </a:stretch>
        </p:blipFill>
        <p:spPr>
          <a:xfrm>
            <a:off x="480599" y="18553"/>
            <a:ext cx="2372991" cy="1567370"/>
          </a:xfrm>
          <a:prstGeom prst="rect">
            <a:avLst/>
          </a:prstGeom>
        </p:spPr>
      </p:pic>
      <p:pic>
        <p:nvPicPr>
          <p:cNvPr id="5" name="Picture 3">
            <a:extLst>
              <a:ext uri="{FF2B5EF4-FFF2-40B4-BE49-F238E27FC236}">
                <a16:creationId xmlns:a16="http://schemas.microsoft.com/office/drawing/2014/main" id="{62BBBDCD-DD42-46B1-A775-2A9E212E78D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29234" t="2838" r="6120" b="43900"/>
          <a:stretch>
            <a:fillRect/>
          </a:stretch>
        </p:blipFill>
        <p:spPr bwMode="auto">
          <a:xfrm>
            <a:off x="838200" y="1812126"/>
            <a:ext cx="10515600" cy="4422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F9B5C787-7FC4-488D-A411-8E1B34F8A55A}"/>
              </a:ext>
            </a:extLst>
          </p:cNvPr>
          <p:cNvSpPr>
            <a:spLocks noGrp="1"/>
          </p:cNvSpPr>
          <p:nvPr>
            <p:ph type="dt" sz="half" idx="10"/>
          </p:nvPr>
        </p:nvSpPr>
        <p:spPr/>
        <p:txBody>
          <a:bodyPr/>
          <a:lstStyle/>
          <a:p>
            <a:fld id="{EBECC8E8-ECE6-4224-9E87-88F85933A8D5}" type="datetime1">
              <a:rPr lang="en-US" smtClean="0"/>
              <a:t>8/10/2022</a:t>
            </a:fld>
            <a:endParaRPr lang="en-US"/>
          </a:p>
        </p:txBody>
      </p:sp>
      <p:sp>
        <p:nvSpPr>
          <p:cNvPr id="6" name="Slide Number Placeholder 5">
            <a:extLst>
              <a:ext uri="{FF2B5EF4-FFF2-40B4-BE49-F238E27FC236}">
                <a16:creationId xmlns:a16="http://schemas.microsoft.com/office/drawing/2014/main" id="{BC0E7CB6-7324-408C-82AD-0BC01A48FF53}"/>
              </a:ext>
            </a:extLst>
          </p:cNvPr>
          <p:cNvSpPr>
            <a:spLocks noGrp="1"/>
          </p:cNvSpPr>
          <p:nvPr>
            <p:ph type="sldNum" sz="quarter" idx="12"/>
          </p:nvPr>
        </p:nvSpPr>
        <p:spPr/>
        <p:txBody>
          <a:bodyPr/>
          <a:lstStyle/>
          <a:p>
            <a:fld id="{7A079AE3-1AAE-419B-96EA-A9966A766D4B}" type="slidenum">
              <a:rPr lang="en-US" smtClean="0"/>
              <a:t>8</a:t>
            </a:fld>
            <a:endParaRPr lang="en-US"/>
          </a:p>
        </p:txBody>
      </p:sp>
    </p:spTree>
    <p:extLst>
      <p:ext uri="{BB962C8B-B14F-4D97-AF65-F5344CB8AC3E}">
        <p14:creationId xmlns:p14="http://schemas.microsoft.com/office/powerpoint/2010/main" val="31723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cs typeface="Calibri Light"/>
              </a:rPr>
              <a:t>OUTPUT</a:t>
            </a:r>
            <a:endParaRPr lang="en-US" dirty="0"/>
          </a:p>
        </p:txBody>
      </p:sp>
      <p:pic>
        <p:nvPicPr>
          <p:cNvPr id="4" name="Picture 3">
            <a:extLst>
              <a:ext uri="{FF2B5EF4-FFF2-40B4-BE49-F238E27FC236}">
                <a16:creationId xmlns:a16="http://schemas.microsoft.com/office/drawing/2014/main" id="{97E42EBB-D51E-42E7-9BF4-0CDB7A44123E}"/>
              </a:ext>
            </a:extLst>
          </p:cNvPr>
          <p:cNvPicPr>
            <a:picLocks noChangeAspect="1"/>
          </p:cNvPicPr>
          <p:nvPr/>
        </p:nvPicPr>
        <p:blipFill>
          <a:blip r:embed="rId2"/>
          <a:stretch>
            <a:fillRect/>
          </a:stretch>
        </p:blipFill>
        <p:spPr>
          <a:xfrm>
            <a:off x="480599" y="18553"/>
            <a:ext cx="2372991" cy="1567370"/>
          </a:xfrm>
          <a:prstGeom prst="rect">
            <a:avLst/>
          </a:prstGeom>
        </p:spPr>
      </p:pic>
      <p:pic>
        <p:nvPicPr>
          <p:cNvPr id="5" name="Picture 2">
            <a:extLst>
              <a:ext uri="{FF2B5EF4-FFF2-40B4-BE49-F238E27FC236}">
                <a16:creationId xmlns:a16="http://schemas.microsoft.com/office/drawing/2014/main" id="{2DAA6CD9-472D-4FD6-9465-C7C900A1E3B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29315" t="3069" r="29855" b="51961"/>
          <a:stretch>
            <a:fillRect/>
          </a:stretch>
        </p:blipFill>
        <p:spPr bwMode="auto">
          <a:xfrm>
            <a:off x="838200" y="1797978"/>
            <a:ext cx="10515600" cy="4453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6FA1E55F-EB52-4B73-A7B2-B782507302E4}"/>
              </a:ext>
            </a:extLst>
          </p:cNvPr>
          <p:cNvSpPr>
            <a:spLocks noGrp="1"/>
          </p:cNvSpPr>
          <p:nvPr>
            <p:ph type="dt" sz="half" idx="10"/>
          </p:nvPr>
        </p:nvSpPr>
        <p:spPr/>
        <p:txBody>
          <a:bodyPr/>
          <a:lstStyle/>
          <a:p>
            <a:fld id="{BA2E33E9-8D09-470D-9C4D-FD1ED68384FD}" type="datetime1">
              <a:rPr lang="en-US" smtClean="0"/>
              <a:t>8/10/2022</a:t>
            </a:fld>
            <a:endParaRPr lang="en-US"/>
          </a:p>
        </p:txBody>
      </p:sp>
      <p:sp>
        <p:nvSpPr>
          <p:cNvPr id="6" name="Slide Number Placeholder 5">
            <a:extLst>
              <a:ext uri="{FF2B5EF4-FFF2-40B4-BE49-F238E27FC236}">
                <a16:creationId xmlns:a16="http://schemas.microsoft.com/office/drawing/2014/main" id="{0CA7A85C-A971-40A9-8BFC-3E938B7845BA}"/>
              </a:ext>
            </a:extLst>
          </p:cNvPr>
          <p:cNvSpPr>
            <a:spLocks noGrp="1"/>
          </p:cNvSpPr>
          <p:nvPr>
            <p:ph type="sldNum" sz="quarter" idx="12"/>
          </p:nvPr>
        </p:nvSpPr>
        <p:spPr/>
        <p:txBody>
          <a:bodyPr/>
          <a:lstStyle/>
          <a:p>
            <a:fld id="{7A079AE3-1AAE-419B-96EA-A9966A766D4B}" type="slidenum">
              <a:rPr lang="en-US" smtClean="0"/>
              <a:t>9</a:t>
            </a:fld>
            <a:endParaRPr lang="en-US"/>
          </a:p>
        </p:txBody>
      </p:sp>
    </p:spTree>
    <p:extLst>
      <p:ext uri="{BB962C8B-B14F-4D97-AF65-F5344CB8AC3E}">
        <p14:creationId xmlns:p14="http://schemas.microsoft.com/office/powerpoint/2010/main" val="115592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cs typeface="Calibri Light"/>
              </a:rPr>
              <a:t>CONCLUSION</a:t>
            </a:r>
            <a:endParaRPr lang="en-US" dirty="0"/>
          </a:p>
        </p:txBody>
      </p:sp>
      <p:sp>
        <p:nvSpPr>
          <p:cNvPr id="3" name="Content Placeholder 2">
            <a:extLst>
              <a:ext uri="{FF2B5EF4-FFF2-40B4-BE49-F238E27FC236}">
                <a16:creationId xmlns:a16="http://schemas.microsoft.com/office/drawing/2014/main" id="{90ABE26F-096C-449E-B73A-86A12BB4A8B8}"/>
              </a:ext>
            </a:extLst>
          </p:cNvPr>
          <p:cNvSpPr>
            <a:spLocks noGrp="1"/>
          </p:cNvSpPr>
          <p:nvPr>
            <p:ph idx="1"/>
          </p:nvPr>
        </p:nvSpPr>
        <p:spPr/>
        <p:txBody>
          <a:bodyPr>
            <a:normAutofit/>
          </a:bodyPr>
          <a:lstStyle/>
          <a:p>
            <a:pPr algn="just"/>
            <a:r>
              <a:rPr lang="id-ID" sz="3200" dirty="0"/>
              <a:t>After completion of this project we can play the Quiz game. Students will be benefited with this project. They can test their IQ level and collect some amount of money. This project can be hired by every School for learning purposes. </a:t>
            </a:r>
            <a:r>
              <a:rPr lang="en-US" sz="3200" dirty="0"/>
              <a:t>The quiz game designed is very interactive, user friendly and easy to play. The game allows the user to choose the topic of his interest and test his knowledge. </a:t>
            </a:r>
            <a:endParaRPr lang="en-US" sz="3200" b="1" dirty="0">
              <a:latin typeface="Franklin Gothic Book" panose="020B0503020102020204" pitchFamily="34" charset="0"/>
            </a:endParaRPr>
          </a:p>
        </p:txBody>
      </p:sp>
      <p:pic>
        <p:nvPicPr>
          <p:cNvPr id="4" name="Picture 3">
            <a:extLst>
              <a:ext uri="{FF2B5EF4-FFF2-40B4-BE49-F238E27FC236}">
                <a16:creationId xmlns:a16="http://schemas.microsoft.com/office/drawing/2014/main" id="{97E42EBB-D51E-42E7-9BF4-0CDB7A44123E}"/>
              </a:ext>
            </a:extLst>
          </p:cNvPr>
          <p:cNvPicPr>
            <a:picLocks noChangeAspect="1"/>
          </p:cNvPicPr>
          <p:nvPr/>
        </p:nvPicPr>
        <p:blipFill>
          <a:blip r:embed="rId2"/>
          <a:stretch>
            <a:fillRect/>
          </a:stretch>
        </p:blipFill>
        <p:spPr>
          <a:xfrm>
            <a:off x="480599" y="18553"/>
            <a:ext cx="2372991" cy="1567370"/>
          </a:xfrm>
          <a:prstGeom prst="rect">
            <a:avLst/>
          </a:prstGeom>
        </p:spPr>
      </p:pic>
      <p:sp>
        <p:nvSpPr>
          <p:cNvPr id="5" name="Date Placeholder 4">
            <a:extLst>
              <a:ext uri="{FF2B5EF4-FFF2-40B4-BE49-F238E27FC236}">
                <a16:creationId xmlns:a16="http://schemas.microsoft.com/office/drawing/2014/main" id="{0D8FDE23-0CDC-4D91-B7FF-1AEE09B8ECCD}"/>
              </a:ext>
            </a:extLst>
          </p:cNvPr>
          <p:cNvSpPr>
            <a:spLocks noGrp="1"/>
          </p:cNvSpPr>
          <p:nvPr>
            <p:ph type="dt" sz="half" idx="10"/>
          </p:nvPr>
        </p:nvSpPr>
        <p:spPr/>
        <p:txBody>
          <a:bodyPr/>
          <a:lstStyle/>
          <a:p>
            <a:fld id="{D7295821-8E8C-4146-B29E-233A8F9CD323}" type="datetime1">
              <a:rPr lang="en-US" smtClean="0"/>
              <a:t>8/10/2022</a:t>
            </a:fld>
            <a:endParaRPr lang="en-US"/>
          </a:p>
        </p:txBody>
      </p:sp>
      <p:sp>
        <p:nvSpPr>
          <p:cNvPr id="6" name="Slide Number Placeholder 5">
            <a:extLst>
              <a:ext uri="{FF2B5EF4-FFF2-40B4-BE49-F238E27FC236}">
                <a16:creationId xmlns:a16="http://schemas.microsoft.com/office/drawing/2014/main" id="{552B72BB-ED5D-4573-91C1-22CEE09BA065}"/>
              </a:ext>
            </a:extLst>
          </p:cNvPr>
          <p:cNvSpPr>
            <a:spLocks noGrp="1"/>
          </p:cNvSpPr>
          <p:nvPr>
            <p:ph type="sldNum" sz="quarter" idx="12"/>
          </p:nvPr>
        </p:nvSpPr>
        <p:spPr/>
        <p:txBody>
          <a:bodyPr/>
          <a:lstStyle/>
          <a:p>
            <a:fld id="{7A079AE3-1AAE-419B-96EA-A9966A766D4B}" type="slidenum">
              <a:rPr lang="en-US" smtClean="0"/>
              <a:t>10</a:t>
            </a:fld>
            <a:endParaRPr lang="en-US"/>
          </a:p>
        </p:txBody>
      </p:sp>
    </p:spTree>
    <p:extLst>
      <p:ext uri="{BB962C8B-B14F-4D97-AF65-F5344CB8AC3E}">
        <p14:creationId xmlns:p14="http://schemas.microsoft.com/office/powerpoint/2010/main" val="858527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lstStyle/>
          <a:p>
            <a:pPr algn="ctr"/>
            <a:r>
              <a:rPr lang="en" dirty="0">
                <a:ea typeface="+mj-lt"/>
                <a:cs typeface="+mj-lt"/>
              </a:rPr>
              <a:t>References</a:t>
            </a:r>
            <a:endParaRPr lang="en-US" dirty="0"/>
          </a:p>
        </p:txBody>
      </p:sp>
      <p:pic>
        <p:nvPicPr>
          <p:cNvPr id="4" name="Picture 3">
            <a:extLst>
              <a:ext uri="{FF2B5EF4-FFF2-40B4-BE49-F238E27FC236}">
                <a16:creationId xmlns:a16="http://schemas.microsoft.com/office/drawing/2014/main" id="{97E42EBB-D51E-42E7-9BF4-0CDB7A44123E}"/>
              </a:ext>
            </a:extLst>
          </p:cNvPr>
          <p:cNvPicPr>
            <a:picLocks noChangeAspect="1"/>
          </p:cNvPicPr>
          <p:nvPr/>
        </p:nvPicPr>
        <p:blipFill>
          <a:blip r:embed="rId2"/>
          <a:stretch>
            <a:fillRect/>
          </a:stretch>
        </p:blipFill>
        <p:spPr>
          <a:xfrm>
            <a:off x="480599" y="18553"/>
            <a:ext cx="2372991" cy="1567370"/>
          </a:xfrm>
          <a:prstGeom prst="rect">
            <a:avLst/>
          </a:prstGeom>
        </p:spPr>
      </p:pic>
      <p:sp>
        <p:nvSpPr>
          <p:cNvPr id="6" name="Content Placeholder 5">
            <a:extLst>
              <a:ext uri="{FF2B5EF4-FFF2-40B4-BE49-F238E27FC236}">
                <a16:creationId xmlns:a16="http://schemas.microsoft.com/office/drawing/2014/main" id="{EBA3D40E-4647-460F-9059-8BF129F1E2C5}"/>
              </a:ext>
            </a:extLst>
          </p:cNvPr>
          <p:cNvSpPr>
            <a:spLocks noGrp="1"/>
          </p:cNvSpPr>
          <p:nvPr>
            <p:ph idx="1"/>
          </p:nvPr>
        </p:nvSpPr>
        <p:spPr>
          <a:xfrm>
            <a:off x="838200" y="1825625"/>
            <a:ext cx="10515600" cy="4351338"/>
          </a:xfrm>
        </p:spPr>
        <p:txBody>
          <a:bodyPr vert="horz" lIns="91440" tIns="45720" rIns="91440" bIns="45720" rtlCol="0" anchor="t">
            <a:normAutofit/>
          </a:bodyPr>
          <a:lstStyle/>
          <a:p>
            <a:pPr marL="457200" marR="0" indent="-457200">
              <a:lnSpc>
                <a:spcPct val="115000"/>
              </a:lnSpc>
              <a:spcBef>
                <a:spcPts val="0"/>
              </a:spcBef>
              <a:spcAft>
                <a:spcPts val="1000"/>
              </a:spcAft>
            </a:pPr>
            <a:r>
              <a:rPr lang="id-ID" sz="2800" dirty="0">
                <a:effectLst/>
                <a:latin typeface="Calibri" panose="020F0502020204030204" pitchFamily="34" charset="0"/>
                <a:ea typeface="Calibri" panose="020F0502020204030204" pitchFamily="34" charset="0"/>
                <a:cs typeface="Times New Roman" panose="02020603050405020304" pitchFamily="18" charset="0"/>
              </a:rPr>
              <a:t>(t.thn.). Diambil kembali dari https://www.codewithc.com/quiz-game-mini-project-in-c/</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15000"/>
              </a:lnSpc>
              <a:spcBef>
                <a:spcPts val="0"/>
              </a:spcBef>
              <a:spcAft>
                <a:spcPts val="1000"/>
              </a:spcAft>
            </a:pPr>
            <a:r>
              <a:rPr lang="id-ID" sz="2800" dirty="0">
                <a:effectLst/>
                <a:latin typeface="Calibri" panose="020F0502020204030204" pitchFamily="34" charset="0"/>
                <a:ea typeface="Calibri" panose="020F0502020204030204" pitchFamily="34" charset="0"/>
                <a:cs typeface="Times New Roman" panose="02020603050405020304" pitchFamily="18" charset="0"/>
              </a:rPr>
              <a:t>(t.thn.). Diambil kembali dari https://pdfcoffee.com/project-report-final-6-pdf-free.html</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15000"/>
              </a:lnSpc>
              <a:spcBef>
                <a:spcPts val="0"/>
              </a:spcBef>
              <a:spcAft>
                <a:spcPts val="1000"/>
              </a:spcAft>
            </a:pPr>
            <a:r>
              <a:rPr lang="id-ID" sz="2800" dirty="0">
                <a:effectLst/>
                <a:latin typeface="Calibri" panose="020F0502020204030204" pitchFamily="34" charset="0"/>
                <a:ea typeface="Calibri" panose="020F0502020204030204" pitchFamily="34" charset="0"/>
                <a:cs typeface="Times New Roman" panose="02020603050405020304" pitchFamily="18" charset="0"/>
              </a:rPr>
              <a:t>(t.thn.). Diambil kembali dari The C++ Programming Language” by Bjarne Stroupstup</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cs typeface="Calibri"/>
            </a:endParaRPr>
          </a:p>
        </p:txBody>
      </p:sp>
      <p:sp>
        <p:nvSpPr>
          <p:cNvPr id="3" name="Date Placeholder 2">
            <a:extLst>
              <a:ext uri="{FF2B5EF4-FFF2-40B4-BE49-F238E27FC236}">
                <a16:creationId xmlns:a16="http://schemas.microsoft.com/office/drawing/2014/main" id="{35EBD8F9-77FF-4CDF-8A15-009E8740D3B9}"/>
              </a:ext>
            </a:extLst>
          </p:cNvPr>
          <p:cNvSpPr>
            <a:spLocks noGrp="1"/>
          </p:cNvSpPr>
          <p:nvPr>
            <p:ph type="dt" sz="half" idx="10"/>
          </p:nvPr>
        </p:nvSpPr>
        <p:spPr/>
        <p:txBody>
          <a:bodyPr/>
          <a:lstStyle/>
          <a:p>
            <a:fld id="{1DED97D3-A09E-40CE-B462-BF9A89A45259}" type="datetime1">
              <a:rPr lang="en-US" smtClean="0"/>
              <a:t>8/10/2022</a:t>
            </a:fld>
            <a:endParaRPr lang="en-US"/>
          </a:p>
        </p:txBody>
      </p:sp>
      <p:sp>
        <p:nvSpPr>
          <p:cNvPr id="5" name="Slide Number Placeholder 4">
            <a:extLst>
              <a:ext uri="{FF2B5EF4-FFF2-40B4-BE49-F238E27FC236}">
                <a16:creationId xmlns:a16="http://schemas.microsoft.com/office/drawing/2014/main" id="{8A54477E-E24C-4AA4-9E65-65BFDE39CDEB}"/>
              </a:ext>
            </a:extLst>
          </p:cNvPr>
          <p:cNvSpPr>
            <a:spLocks noGrp="1"/>
          </p:cNvSpPr>
          <p:nvPr>
            <p:ph type="sldNum" sz="quarter" idx="12"/>
          </p:nvPr>
        </p:nvSpPr>
        <p:spPr/>
        <p:txBody>
          <a:bodyPr/>
          <a:lstStyle/>
          <a:p>
            <a:fld id="{7A079AE3-1AAE-419B-96EA-A9966A766D4B}" type="slidenum">
              <a:rPr lang="en-US" smtClean="0"/>
              <a:t>11</a:t>
            </a:fld>
            <a:endParaRPr lang="en-US"/>
          </a:p>
        </p:txBody>
      </p:sp>
    </p:spTree>
    <p:extLst>
      <p:ext uri="{BB962C8B-B14F-4D97-AF65-F5344CB8AC3E}">
        <p14:creationId xmlns:p14="http://schemas.microsoft.com/office/powerpoint/2010/main" val="257358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E42EBB-D51E-42E7-9BF4-0CDB7A44123E}"/>
              </a:ext>
            </a:extLst>
          </p:cNvPr>
          <p:cNvPicPr>
            <a:picLocks noChangeAspect="1"/>
          </p:cNvPicPr>
          <p:nvPr/>
        </p:nvPicPr>
        <p:blipFill>
          <a:blip r:embed="rId2"/>
          <a:stretch>
            <a:fillRect/>
          </a:stretch>
        </p:blipFill>
        <p:spPr>
          <a:xfrm>
            <a:off x="480599" y="18553"/>
            <a:ext cx="2372991" cy="1567370"/>
          </a:xfrm>
          <a:prstGeom prst="rect">
            <a:avLst/>
          </a:prstGeom>
        </p:spPr>
      </p:pic>
      <p:sp>
        <p:nvSpPr>
          <p:cNvPr id="5" name="Title 4">
            <a:extLst>
              <a:ext uri="{FF2B5EF4-FFF2-40B4-BE49-F238E27FC236}">
                <a16:creationId xmlns:a16="http://schemas.microsoft.com/office/drawing/2014/main" id="{6DC24EF7-B113-A445-8E5E-52D37C4C46BE}"/>
              </a:ext>
            </a:extLst>
          </p:cNvPr>
          <p:cNvSpPr>
            <a:spLocks noGrp="1"/>
          </p:cNvSpPr>
          <p:nvPr>
            <p:ph type="title"/>
          </p:nvPr>
        </p:nvSpPr>
        <p:spPr>
          <a:xfrm>
            <a:off x="4157275" y="2766218"/>
            <a:ext cx="10515600" cy="1325563"/>
          </a:xfrm>
        </p:spPr>
        <p:txBody>
          <a:bodyPr>
            <a:normAutofit/>
          </a:bodyPr>
          <a:lstStyle/>
          <a:p>
            <a:r>
              <a:rPr lang="en-US" sz="6000"/>
              <a:t>Thank you </a:t>
            </a:r>
          </a:p>
        </p:txBody>
      </p:sp>
      <p:sp>
        <p:nvSpPr>
          <p:cNvPr id="2" name="Date Placeholder 1">
            <a:extLst>
              <a:ext uri="{FF2B5EF4-FFF2-40B4-BE49-F238E27FC236}">
                <a16:creationId xmlns:a16="http://schemas.microsoft.com/office/drawing/2014/main" id="{55C9852E-D602-4A9C-B52F-6D60D72DC66C}"/>
              </a:ext>
            </a:extLst>
          </p:cNvPr>
          <p:cNvSpPr>
            <a:spLocks noGrp="1"/>
          </p:cNvSpPr>
          <p:nvPr>
            <p:ph type="dt" sz="half" idx="10"/>
          </p:nvPr>
        </p:nvSpPr>
        <p:spPr/>
        <p:txBody>
          <a:bodyPr/>
          <a:lstStyle/>
          <a:p>
            <a:fld id="{B2C1EED1-C02D-4B6A-8D13-066C2DD9849C}" type="datetime1">
              <a:rPr lang="en-US" smtClean="0"/>
              <a:t>8/10/2022</a:t>
            </a:fld>
            <a:endParaRPr lang="en-US"/>
          </a:p>
        </p:txBody>
      </p:sp>
      <p:sp>
        <p:nvSpPr>
          <p:cNvPr id="3" name="Slide Number Placeholder 2">
            <a:extLst>
              <a:ext uri="{FF2B5EF4-FFF2-40B4-BE49-F238E27FC236}">
                <a16:creationId xmlns:a16="http://schemas.microsoft.com/office/drawing/2014/main" id="{B4DAED4A-912D-41C8-AAC7-DD36B208AF3A}"/>
              </a:ext>
            </a:extLst>
          </p:cNvPr>
          <p:cNvSpPr>
            <a:spLocks noGrp="1"/>
          </p:cNvSpPr>
          <p:nvPr>
            <p:ph type="sldNum" sz="quarter" idx="12"/>
          </p:nvPr>
        </p:nvSpPr>
        <p:spPr/>
        <p:txBody>
          <a:bodyPr/>
          <a:lstStyle/>
          <a:p>
            <a:fld id="{7A079AE3-1AAE-419B-96EA-A9966A766D4B}" type="slidenum">
              <a:rPr lang="en-US" smtClean="0"/>
              <a:t>12</a:t>
            </a:fld>
            <a:endParaRPr lang="en-US"/>
          </a:p>
        </p:txBody>
      </p:sp>
    </p:spTree>
    <p:extLst>
      <p:ext uri="{BB962C8B-B14F-4D97-AF65-F5344CB8AC3E}">
        <p14:creationId xmlns:p14="http://schemas.microsoft.com/office/powerpoint/2010/main" val="378029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454</Words>
  <Application>Microsoft Office PowerPoint</Application>
  <PresentationFormat>Widescreen</PresentationFormat>
  <Paragraphs>53</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Franklin Gothic Book</vt:lpstr>
      <vt:lpstr>Source Sans Pro</vt:lpstr>
      <vt:lpstr>Office Theme</vt:lpstr>
      <vt:lpstr>Simple quiz game </vt:lpstr>
      <vt:lpstr>TABLE OF CONTENT </vt:lpstr>
      <vt:lpstr>Introduction</vt:lpstr>
      <vt:lpstr>MOTIVATION</vt:lpstr>
      <vt:lpstr>flowchart </vt:lpstr>
      <vt:lpstr>FUTURE ENHANCEMENTS</vt:lpstr>
      <vt:lpstr>OUTPUT</vt:lpstr>
      <vt:lpstr>OUTPUT</vt:lpstr>
      <vt:lpstr>OUTPUT</vt:lpstr>
      <vt:lpstr>CONCLUSION</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DIABETES RISK PREDICTION SYSTEM USING DATA MINING</dc:title>
  <dc:creator>Saroj Poudel</dc:creator>
  <cp:lastModifiedBy>Niranjan  Chand</cp:lastModifiedBy>
  <cp:revision>176</cp:revision>
  <dcterms:created xsi:type="dcterms:W3CDTF">2019-08-09T08:37:22Z</dcterms:created>
  <dcterms:modified xsi:type="dcterms:W3CDTF">2022-08-10T09:56:19Z</dcterms:modified>
</cp:coreProperties>
</file>